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12179300" cy="9134475" type="ledg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0440D0-AB92-4ECC-9B54-31E3C5AFEF8F}" v="91" dt="2020-06-09T14:00:34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2843" autoAdjust="0"/>
    <p:restoredTop sz="94660"/>
  </p:normalViewPr>
  <p:slideViewPr>
    <p:cSldViewPr snapToGrid="0">
      <p:cViewPr>
        <p:scale>
          <a:sx n="111" d="100"/>
          <a:sy n="111" d="100"/>
        </p:scale>
        <p:origin x="2168" y="-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erson, Joshua" userId="39e39843-612f-4ac9-a60b-c8880e88db2a" providerId="ADAL" clId="{461508CF-AA82-470A-A026-06CBC89FCFC6}"/>
    <pc:docChg chg="undo custSel modSld">
      <pc:chgData name="Anderson, Joshua" userId="39e39843-612f-4ac9-a60b-c8880e88db2a" providerId="ADAL" clId="{461508CF-AA82-470A-A026-06CBC89FCFC6}" dt="2020-03-27T18:00:58.188" v="415" actId="1076"/>
      <pc:docMkLst>
        <pc:docMk/>
      </pc:docMkLst>
      <pc:sldChg chg="addSp delSp modSp">
        <pc:chgData name="Anderson, Joshua" userId="39e39843-612f-4ac9-a60b-c8880e88db2a" providerId="ADAL" clId="{461508CF-AA82-470A-A026-06CBC89FCFC6}" dt="2020-03-27T18:00:58.188" v="415" actId="1076"/>
        <pc:sldMkLst>
          <pc:docMk/>
          <pc:sldMk cId="968820928" sldId="256"/>
        </pc:sldMkLst>
        <pc:spChg chg="mod">
          <ac:chgData name="Anderson, Joshua" userId="39e39843-612f-4ac9-a60b-c8880e88db2a" providerId="ADAL" clId="{461508CF-AA82-470A-A026-06CBC89FCFC6}" dt="2020-03-27T17:50:25.733" v="331" actId="113"/>
          <ac:spMkLst>
            <pc:docMk/>
            <pc:sldMk cId="968820928" sldId="256"/>
            <ac:spMk id="4" creationId="{0348BCB2-7F5D-4EAB-90A6-BC3F7B18AEF7}"/>
          </ac:spMkLst>
        </pc:spChg>
        <pc:spChg chg="mod">
          <ac:chgData name="Anderson, Joshua" userId="39e39843-612f-4ac9-a60b-c8880e88db2a" providerId="ADAL" clId="{461508CF-AA82-470A-A026-06CBC89FCFC6}" dt="2020-03-27T17:50:25.733" v="331" actId="113"/>
          <ac:spMkLst>
            <pc:docMk/>
            <pc:sldMk cId="968820928" sldId="256"/>
            <ac:spMk id="27" creationId="{22E7C258-6200-4AA8-89A6-851C21880D9B}"/>
          </ac:spMkLst>
        </pc:spChg>
        <pc:spChg chg="mod">
          <ac:chgData name="Anderson, Joshua" userId="39e39843-612f-4ac9-a60b-c8880e88db2a" providerId="ADAL" clId="{461508CF-AA82-470A-A026-06CBC89FCFC6}" dt="2020-03-27T17:50:07.581" v="330" actId="207"/>
          <ac:spMkLst>
            <pc:docMk/>
            <pc:sldMk cId="968820928" sldId="256"/>
            <ac:spMk id="28" creationId="{11FCAF09-8DA6-4811-94A3-485B0297A28D}"/>
          </ac:spMkLst>
        </pc:spChg>
        <pc:spChg chg="mod">
          <ac:chgData name="Anderson, Joshua" userId="39e39843-612f-4ac9-a60b-c8880e88db2a" providerId="ADAL" clId="{461508CF-AA82-470A-A026-06CBC89FCFC6}" dt="2020-03-27T17:50:07.581" v="330" actId="207"/>
          <ac:spMkLst>
            <pc:docMk/>
            <pc:sldMk cId="968820928" sldId="256"/>
            <ac:spMk id="29" creationId="{C4B8965E-7E9E-4CA8-BB0A-504FD25F04DB}"/>
          </ac:spMkLst>
        </pc:spChg>
        <pc:spChg chg="add del mod">
          <ac:chgData name="Anderson, Joshua" userId="39e39843-612f-4ac9-a60b-c8880e88db2a" providerId="ADAL" clId="{461508CF-AA82-470A-A026-06CBC89FCFC6}" dt="2020-03-27T17:21:14.409" v="20" actId="478"/>
          <ac:spMkLst>
            <pc:docMk/>
            <pc:sldMk cId="968820928" sldId="256"/>
            <ac:spMk id="49" creationId="{57C8AFD9-49E6-4262-BF16-F71EAF6C54BB}"/>
          </ac:spMkLst>
        </pc:spChg>
        <pc:spChg chg="add mod">
          <ac:chgData name="Anderson, Joshua" userId="39e39843-612f-4ac9-a60b-c8880e88db2a" providerId="ADAL" clId="{461508CF-AA82-470A-A026-06CBC89FCFC6}" dt="2020-03-27T17:50:25.733" v="331" actId="113"/>
          <ac:spMkLst>
            <pc:docMk/>
            <pc:sldMk cId="968820928" sldId="256"/>
            <ac:spMk id="62" creationId="{870C6851-44D3-45E8-92DA-68AA0EF73A2C}"/>
          </ac:spMkLst>
        </pc:spChg>
        <pc:spChg chg="add mod">
          <ac:chgData name="Anderson, Joshua" userId="39e39843-612f-4ac9-a60b-c8880e88db2a" providerId="ADAL" clId="{461508CF-AA82-470A-A026-06CBC89FCFC6}" dt="2020-03-27T17:50:25.733" v="331" actId="113"/>
          <ac:spMkLst>
            <pc:docMk/>
            <pc:sldMk cId="968820928" sldId="256"/>
            <ac:spMk id="63" creationId="{95B6E688-E8D4-4D58-BDAE-6A8F1B4EB68F}"/>
          </ac:spMkLst>
        </pc:spChg>
        <pc:spChg chg="add mod">
          <ac:chgData name="Anderson, Joshua" userId="39e39843-612f-4ac9-a60b-c8880e88db2a" providerId="ADAL" clId="{461508CF-AA82-470A-A026-06CBC89FCFC6}" dt="2020-03-27T17:50:25.733" v="331" actId="113"/>
          <ac:spMkLst>
            <pc:docMk/>
            <pc:sldMk cId="968820928" sldId="256"/>
            <ac:spMk id="64" creationId="{C8E8595F-A20A-4A34-B8B8-4F2A6972E910}"/>
          </ac:spMkLst>
        </pc:spChg>
        <pc:spChg chg="add del mod">
          <ac:chgData name="Anderson, Joshua" userId="39e39843-612f-4ac9-a60b-c8880e88db2a" providerId="ADAL" clId="{461508CF-AA82-470A-A026-06CBC89FCFC6}" dt="2020-03-27T17:42:33.166" v="261" actId="478"/>
          <ac:spMkLst>
            <pc:docMk/>
            <pc:sldMk cId="968820928" sldId="256"/>
            <ac:spMk id="65" creationId="{9CD6D362-4765-401F-8207-61FA149D327C}"/>
          </ac:spMkLst>
        </pc:spChg>
        <pc:spChg chg="add mod">
          <ac:chgData name="Anderson, Joshua" userId="39e39843-612f-4ac9-a60b-c8880e88db2a" providerId="ADAL" clId="{461508CF-AA82-470A-A026-06CBC89FCFC6}" dt="2020-03-27T17:50:25.733" v="331" actId="113"/>
          <ac:spMkLst>
            <pc:docMk/>
            <pc:sldMk cId="968820928" sldId="256"/>
            <ac:spMk id="66" creationId="{940402E4-F9B9-4D6A-A13A-CED0AAD68236}"/>
          </ac:spMkLst>
        </pc:spChg>
        <pc:spChg chg="add del mod">
          <ac:chgData name="Anderson, Joshua" userId="39e39843-612f-4ac9-a60b-c8880e88db2a" providerId="ADAL" clId="{461508CF-AA82-470A-A026-06CBC89FCFC6}" dt="2020-03-27T17:26:10.582" v="128" actId="478"/>
          <ac:spMkLst>
            <pc:docMk/>
            <pc:sldMk cId="968820928" sldId="256"/>
            <ac:spMk id="67" creationId="{B8E733C5-6A95-403E-8E61-BB625848988E}"/>
          </ac:spMkLst>
        </pc:spChg>
        <pc:spChg chg="add mod">
          <ac:chgData name="Anderson, Joshua" userId="39e39843-612f-4ac9-a60b-c8880e88db2a" providerId="ADAL" clId="{461508CF-AA82-470A-A026-06CBC89FCFC6}" dt="2020-03-27T17:34:35.786" v="237" actId="207"/>
          <ac:spMkLst>
            <pc:docMk/>
            <pc:sldMk cId="968820928" sldId="256"/>
            <ac:spMk id="68" creationId="{DAB83E4C-29CD-4E34-B298-D8CD0FF768B6}"/>
          </ac:spMkLst>
        </pc:spChg>
        <pc:spChg chg="add mod">
          <ac:chgData name="Anderson, Joshua" userId="39e39843-612f-4ac9-a60b-c8880e88db2a" providerId="ADAL" clId="{461508CF-AA82-470A-A026-06CBC89FCFC6}" dt="2020-03-27T17:47:44.364" v="293" actId="207"/>
          <ac:spMkLst>
            <pc:docMk/>
            <pc:sldMk cId="968820928" sldId="256"/>
            <ac:spMk id="69" creationId="{1A5B6E8F-4CE2-4F95-949A-EB009519E1E5}"/>
          </ac:spMkLst>
        </pc:spChg>
        <pc:spChg chg="add mod">
          <ac:chgData name="Anderson, Joshua" userId="39e39843-612f-4ac9-a60b-c8880e88db2a" providerId="ADAL" clId="{461508CF-AA82-470A-A026-06CBC89FCFC6}" dt="2020-03-27T17:38:17.040" v="259" actId="1076"/>
          <ac:spMkLst>
            <pc:docMk/>
            <pc:sldMk cId="968820928" sldId="256"/>
            <ac:spMk id="91" creationId="{CF14C831-1DC5-4ED2-A051-C6051A39C4D2}"/>
          </ac:spMkLst>
        </pc:spChg>
        <pc:spChg chg="add mod">
          <ac:chgData name="Anderson, Joshua" userId="39e39843-612f-4ac9-a60b-c8880e88db2a" providerId="ADAL" clId="{461508CF-AA82-470A-A026-06CBC89FCFC6}" dt="2020-03-27T17:43:03.737" v="283" actId="1076"/>
          <ac:spMkLst>
            <pc:docMk/>
            <pc:sldMk cId="968820928" sldId="256"/>
            <ac:spMk id="151" creationId="{58BBCCD1-C56F-430C-AF7B-C676B7A28380}"/>
          </ac:spMkLst>
        </pc:spChg>
        <pc:spChg chg="add mod">
          <ac:chgData name="Anderson, Joshua" userId="39e39843-612f-4ac9-a60b-c8880e88db2a" providerId="ADAL" clId="{461508CF-AA82-470A-A026-06CBC89FCFC6}" dt="2020-03-27T17:47:44.364" v="293" actId="207"/>
          <ac:spMkLst>
            <pc:docMk/>
            <pc:sldMk cId="968820928" sldId="256"/>
            <ac:spMk id="154" creationId="{AFD243BD-4A1C-4663-B623-8789690426CE}"/>
          </ac:spMkLst>
        </pc:spChg>
        <pc:spChg chg="add mod">
          <ac:chgData name="Anderson, Joshua" userId="39e39843-612f-4ac9-a60b-c8880e88db2a" providerId="ADAL" clId="{461508CF-AA82-470A-A026-06CBC89FCFC6}" dt="2020-03-27T17:47:44.364" v="293" actId="207"/>
          <ac:spMkLst>
            <pc:docMk/>
            <pc:sldMk cId="968820928" sldId="256"/>
            <ac:spMk id="155" creationId="{08454A43-C279-4F7C-B7D0-AAF1476C29BC}"/>
          </ac:spMkLst>
        </pc:spChg>
        <pc:spChg chg="add del mod">
          <ac:chgData name="Anderson, Joshua" userId="39e39843-612f-4ac9-a60b-c8880e88db2a" providerId="ADAL" clId="{461508CF-AA82-470A-A026-06CBC89FCFC6}" dt="2020-03-27T17:47:56.979" v="296" actId="478"/>
          <ac:spMkLst>
            <pc:docMk/>
            <pc:sldMk cId="968820928" sldId="256"/>
            <ac:spMk id="166" creationId="{4504D302-3979-40A2-A0DE-CAF00085E96A}"/>
          </ac:spMkLst>
        </pc:spChg>
        <pc:spChg chg="add mod">
          <ac:chgData name="Anderson, Joshua" userId="39e39843-612f-4ac9-a60b-c8880e88db2a" providerId="ADAL" clId="{461508CF-AA82-470A-A026-06CBC89FCFC6}" dt="2020-03-27T17:50:34.471" v="334" actId="14100"/>
          <ac:spMkLst>
            <pc:docMk/>
            <pc:sldMk cId="968820928" sldId="256"/>
            <ac:spMk id="167" creationId="{04000658-F0DA-493F-9F86-A14ADB069F11}"/>
          </ac:spMkLst>
        </pc:spChg>
        <pc:spChg chg="add mod">
          <ac:chgData name="Anderson, Joshua" userId="39e39843-612f-4ac9-a60b-c8880e88db2a" providerId="ADAL" clId="{461508CF-AA82-470A-A026-06CBC89FCFC6}" dt="2020-03-27T17:52:17.092" v="379" actId="1076"/>
          <ac:spMkLst>
            <pc:docMk/>
            <pc:sldMk cId="968820928" sldId="256"/>
            <ac:spMk id="199" creationId="{645EB2B3-E36A-4E0C-AD95-34667E770107}"/>
          </ac:spMkLst>
        </pc:spChg>
        <pc:spChg chg="add mod">
          <ac:chgData name="Anderson, Joshua" userId="39e39843-612f-4ac9-a60b-c8880e88db2a" providerId="ADAL" clId="{461508CF-AA82-470A-A026-06CBC89FCFC6}" dt="2020-03-27T17:52:20.915" v="380" actId="1076"/>
          <ac:spMkLst>
            <pc:docMk/>
            <pc:sldMk cId="968820928" sldId="256"/>
            <ac:spMk id="200" creationId="{D44DE589-AEB3-4CB0-8606-C63571E07B84}"/>
          </ac:spMkLst>
        </pc:spChg>
        <pc:spChg chg="add mod">
          <ac:chgData name="Anderson, Joshua" userId="39e39843-612f-4ac9-a60b-c8880e88db2a" providerId="ADAL" clId="{461508CF-AA82-470A-A026-06CBC89FCFC6}" dt="2020-03-27T17:52:23.456" v="381" actId="1076"/>
          <ac:spMkLst>
            <pc:docMk/>
            <pc:sldMk cId="968820928" sldId="256"/>
            <ac:spMk id="201" creationId="{D19D8ACF-7A97-432B-A75E-25E340997663}"/>
          </ac:spMkLst>
        </pc:spChg>
        <pc:spChg chg="add mod">
          <ac:chgData name="Anderson, Joshua" userId="39e39843-612f-4ac9-a60b-c8880e88db2a" providerId="ADAL" clId="{461508CF-AA82-470A-A026-06CBC89FCFC6}" dt="2020-03-27T17:52:09.932" v="378" actId="1076"/>
          <ac:spMkLst>
            <pc:docMk/>
            <pc:sldMk cId="968820928" sldId="256"/>
            <ac:spMk id="202" creationId="{B56DA12B-6FF9-4D59-A2FE-2BB7420F84A1}"/>
          </ac:spMkLst>
        </pc:spChg>
        <pc:spChg chg="add mod">
          <ac:chgData name="Anderson, Joshua" userId="39e39843-612f-4ac9-a60b-c8880e88db2a" providerId="ADAL" clId="{461508CF-AA82-470A-A026-06CBC89FCFC6}" dt="2020-03-27T17:58:24.734" v="386" actId="20577"/>
          <ac:spMkLst>
            <pc:docMk/>
            <pc:sldMk cId="968820928" sldId="256"/>
            <ac:spMk id="203" creationId="{2A883DB2-076C-4CBB-A985-11F7223ABCD7}"/>
          </ac:spMkLst>
        </pc:spChg>
        <pc:spChg chg="add mod">
          <ac:chgData name="Anderson, Joshua" userId="39e39843-612f-4ac9-a60b-c8880e88db2a" providerId="ADAL" clId="{461508CF-AA82-470A-A026-06CBC89FCFC6}" dt="2020-03-27T18:00:54.207" v="413" actId="1076"/>
          <ac:spMkLst>
            <pc:docMk/>
            <pc:sldMk cId="968820928" sldId="256"/>
            <ac:spMk id="204" creationId="{1489F326-8E67-4FB2-9165-1E2F7EDD4CAE}"/>
          </ac:spMkLst>
        </pc:spChg>
        <pc:spChg chg="add mod">
          <ac:chgData name="Anderson, Joshua" userId="39e39843-612f-4ac9-a60b-c8880e88db2a" providerId="ADAL" clId="{461508CF-AA82-470A-A026-06CBC89FCFC6}" dt="2020-03-27T18:00:58.188" v="415" actId="1076"/>
          <ac:spMkLst>
            <pc:docMk/>
            <pc:sldMk cId="968820928" sldId="256"/>
            <ac:spMk id="205" creationId="{C01C35B9-DD0E-40E4-818D-33F860252041}"/>
          </ac:spMkLst>
        </pc:spChg>
        <pc:cxnChg chg="add del mod">
          <ac:chgData name="Anderson, Joshua" userId="39e39843-612f-4ac9-a60b-c8880e88db2a" providerId="ADAL" clId="{461508CF-AA82-470A-A026-06CBC89FCFC6}" dt="2020-03-27T17:20:02.753" v="9" actId="478"/>
          <ac:cxnSpMkLst>
            <pc:docMk/>
            <pc:sldMk cId="968820928" sldId="256"/>
            <ac:cxnSpMk id="31" creationId="{49C95FB2-56F0-4CDF-BFA9-5C5E5AAAF4BB}"/>
          </ac:cxnSpMkLst>
        </pc:cxnChg>
        <pc:cxnChg chg="add del mod">
          <ac:chgData name="Anderson, Joshua" userId="39e39843-612f-4ac9-a60b-c8880e88db2a" providerId="ADAL" clId="{461508CF-AA82-470A-A026-06CBC89FCFC6}" dt="2020-03-27T17:20:01.782" v="8" actId="478"/>
          <ac:cxnSpMkLst>
            <pc:docMk/>
            <pc:sldMk cId="968820928" sldId="256"/>
            <ac:cxnSpMk id="33" creationId="{4E0799A6-5DF4-4400-B385-6AB6673211F0}"/>
          </ac:cxnSpMkLst>
        </pc:cxnChg>
        <pc:cxnChg chg="add del mod">
          <ac:chgData name="Anderson, Joshua" userId="39e39843-612f-4ac9-a60b-c8880e88db2a" providerId="ADAL" clId="{461508CF-AA82-470A-A026-06CBC89FCFC6}" dt="2020-03-27T17:20:01.121" v="7" actId="478"/>
          <ac:cxnSpMkLst>
            <pc:docMk/>
            <pc:sldMk cId="968820928" sldId="256"/>
            <ac:cxnSpMk id="35" creationId="{27D16860-EB46-4C0E-A05C-3C80CAF92788}"/>
          </ac:cxnSpMkLst>
        </pc:cxnChg>
        <pc:cxnChg chg="add del mod">
          <ac:chgData name="Anderson, Joshua" userId="39e39843-612f-4ac9-a60b-c8880e88db2a" providerId="ADAL" clId="{461508CF-AA82-470A-A026-06CBC89FCFC6}" dt="2020-03-27T17:21:26.816" v="21" actId="478"/>
          <ac:cxnSpMkLst>
            <pc:docMk/>
            <pc:sldMk cId="968820928" sldId="256"/>
            <ac:cxnSpMk id="40" creationId="{2B8203A4-3B0E-4809-9D2B-A9E7588B9B3A}"/>
          </ac:cxnSpMkLst>
        </pc:cxnChg>
        <pc:cxnChg chg="add del mod">
          <ac:chgData name="Anderson, Joshua" userId="39e39843-612f-4ac9-a60b-c8880e88db2a" providerId="ADAL" clId="{461508CF-AA82-470A-A026-06CBC89FCFC6}" dt="2020-03-27T17:21:27.823" v="22" actId="478"/>
          <ac:cxnSpMkLst>
            <pc:docMk/>
            <pc:sldMk cId="968820928" sldId="256"/>
            <ac:cxnSpMk id="42" creationId="{5DC7C556-3F2E-4C35-9249-26990E74B96F}"/>
          </ac:cxnSpMkLst>
        </pc:cxnChg>
        <pc:cxnChg chg="add del mod">
          <ac:chgData name="Anderson, Joshua" userId="39e39843-612f-4ac9-a60b-c8880e88db2a" providerId="ADAL" clId="{461508CF-AA82-470A-A026-06CBC89FCFC6}" dt="2020-03-27T17:21:28.338" v="23" actId="478"/>
          <ac:cxnSpMkLst>
            <pc:docMk/>
            <pc:sldMk cId="968820928" sldId="256"/>
            <ac:cxnSpMk id="44" creationId="{ABFCD62F-8560-4EC5-BA08-5358981C88F4}"/>
          </ac:cxnSpMkLst>
        </pc:cxnChg>
        <pc:cxnChg chg="add del mod">
          <ac:chgData name="Anderson, Joshua" userId="39e39843-612f-4ac9-a60b-c8880e88db2a" providerId="ADAL" clId="{461508CF-AA82-470A-A026-06CBC89FCFC6}" dt="2020-03-27T17:30:42.982" v="201" actId="478"/>
          <ac:cxnSpMkLst>
            <pc:docMk/>
            <pc:sldMk cId="968820928" sldId="256"/>
            <ac:cxnSpMk id="51" creationId="{98E2A7CB-688F-49AA-ABB7-018090B446D4}"/>
          </ac:cxnSpMkLst>
        </pc:cxnChg>
        <pc:cxnChg chg="add del mod">
          <ac:chgData name="Anderson, Joshua" userId="39e39843-612f-4ac9-a60b-c8880e88db2a" providerId="ADAL" clId="{461508CF-AA82-470A-A026-06CBC89FCFC6}" dt="2020-03-27T17:30:43.860" v="202" actId="478"/>
          <ac:cxnSpMkLst>
            <pc:docMk/>
            <pc:sldMk cId="968820928" sldId="256"/>
            <ac:cxnSpMk id="53" creationId="{D1432A0D-F840-488D-BA62-97D28CDE3B3D}"/>
          </ac:cxnSpMkLst>
        </pc:cxnChg>
        <pc:cxnChg chg="add del mod">
          <ac:chgData name="Anderson, Joshua" userId="39e39843-612f-4ac9-a60b-c8880e88db2a" providerId="ADAL" clId="{461508CF-AA82-470A-A026-06CBC89FCFC6}" dt="2020-03-27T17:30:44.282" v="203" actId="478"/>
          <ac:cxnSpMkLst>
            <pc:docMk/>
            <pc:sldMk cId="968820928" sldId="256"/>
            <ac:cxnSpMk id="55" creationId="{CB5AAC3B-80AF-478B-A0B1-5C728148A208}"/>
          </ac:cxnSpMkLst>
        </pc:cxnChg>
        <pc:cxnChg chg="add del mod">
          <ac:chgData name="Anderson, Joshua" userId="39e39843-612f-4ac9-a60b-c8880e88db2a" providerId="ADAL" clId="{461508CF-AA82-470A-A026-06CBC89FCFC6}" dt="2020-03-27T17:32:11.539" v="212" actId="478"/>
          <ac:cxnSpMkLst>
            <pc:docMk/>
            <pc:sldMk cId="968820928" sldId="256"/>
            <ac:cxnSpMk id="71" creationId="{85EEE6CE-02DA-4E6F-8CB9-EA256DD560D0}"/>
          </ac:cxnSpMkLst>
        </pc:cxnChg>
        <pc:cxnChg chg="add del mod">
          <ac:chgData name="Anderson, Joshua" userId="39e39843-612f-4ac9-a60b-c8880e88db2a" providerId="ADAL" clId="{461508CF-AA82-470A-A026-06CBC89FCFC6}" dt="2020-03-27T17:33:10.348" v="224" actId="478"/>
          <ac:cxnSpMkLst>
            <pc:docMk/>
            <pc:sldMk cId="968820928" sldId="256"/>
            <ac:cxnSpMk id="73" creationId="{64349B83-FB39-4E4E-A535-9E5273E6CEB3}"/>
          </ac:cxnSpMkLst>
        </pc:cxnChg>
        <pc:cxnChg chg="add del mod">
          <ac:chgData name="Anderson, Joshua" userId="39e39843-612f-4ac9-a60b-c8880e88db2a" providerId="ADAL" clId="{461508CF-AA82-470A-A026-06CBC89FCFC6}" dt="2020-03-27T17:32:19.315" v="214" actId="478"/>
          <ac:cxnSpMkLst>
            <pc:docMk/>
            <pc:sldMk cId="968820928" sldId="256"/>
            <ac:cxnSpMk id="90" creationId="{D253DE63-CF27-45DB-8E08-A9D8948E0C03}"/>
          </ac:cxnSpMkLst>
        </pc:cxnChg>
        <pc:cxnChg chg="add del mod">
          <ac:chgData name="Anderson, Joshua" userId="39e39843-612f-4ac9-a60b-c8880e88db2a" providerId="ADAL" clId="{461508CF-AA82-470A-A026-06CBC89FCFC6}" dt="2020-03-27T17:33:12.195" v="225" actId="478"/>
          <ac:cxnSpMkLst>
            <pc:docMk/>
            <pc:sldMk cId="968820928" sldId="256"/>
            <ac:cxnSpMk id="93" creationId="{A250C0F6-7569-4424-85C8-62EC49325324}"/>
          </ac:cxnSpMkLst>
        </pc:cxnChg>
        <pc:cxnChg chg="add del mod">
          <ac:chgData name="Anderson, Joshua" userId="39e39843-612f-4ac9-a60b-c8880e88db2a" providerId="ADAL" clId="{461508CF-AA82-470A-A026-06CBC89FCFC6}" dt="2020-03-27T17:33:12.885" v="226" actId="478"/>
          <ac:cxnSpMkLst>
            <pc:docMk/>
            <pc:sldMk cId="968820928" sldId="256"/>
            <ac:cxnSpMk id="95" creationId="{87C2523A-61BA-4A15-A7D6-C3BCFA8FB13A}"/>
          </ac:cxnSpMkLst>
        </pc:cxnChg>
        <pc:cxnChg chg="add del mod">
          <ac:chgData name="Anderson, Joshua" userId="39e39843-612f-4ac9-a60b-c8880e88db2a" providerId="ADAL" clId="{461508CF-AA82-470A-A026-06CBC89FCFC6}" dt="2020-03-27T17:31:46.866" v="209" actId="478"/>
          <ac:cxnSpMkLst>
            <pc:docMk/>
            <pc:sldMk cId="968820928" sldId="256"/>
            <ac:cxnSpMk id="99" creationId="{25A8C559-51C8-4868-9373-7BDDCA598A86}"/>
          </ac:cxnSpMkLst>
        </pc:cxnChg>
        <pc:cxnChg chg="add mod">
          <ac:chgData name="Anderson, Joshua" userId="39e39843-612f-4ac9-a60b-c8880e88db2a" providerId="ADAL" clId="{461508CF-AA82-470A-A026-06CBC89FCFC6}" dt="2020-03-27T17:36:51.536" v="244"/>
          <ac:cxnSpMkLst>
            <pc:docMk/>
            <pc:sldMk cId="968820928" sldId="256"/>
            <ac:cxnSpMk id="101" creationId="{4D98C5C9-F727-4F81-824E-5E07F7718D0E}"/>
          </ac:cxnSpMkLst>
        </pc:cxnChg>
        <pc:cxnChg chg="add mod">
          <ac:chgData name="Anderson, Joshua" userId="39e39843-612f-4ac9-a60b-c8880e88db2a" providerId="ADAL" clId="{461508CF-AA82-470A-A026-06CBC89FCFC6}" dt="2020-03-27T17:36:51.536" v="244"/>
          <ac:cxnSpMkLst>
            <pc:docMk/>
            <pc:sldMk cId="968820928" sldId="256"/>
            <ac:cxnSpMk id="103" creationId="{CEC51A65-C29A-4525-97A0-EA9CDFEFD37E}"/>
          </ac:cxnSpMkLst>
        </pc:cxnChg>
        <pc:cxnChg chg="add mod">
          <ac:chgData name="Anderson, Joshua" userId="39e39843-612f-4ac9-a60b-c8880e88db2a" providerId="ADAL" clId="{461508CF-AA82-470A-A026-06CBC89FCFC6}" dt="2020-03-27T17:36:41.265" v="243"/>
          <ac:cxnSpMkLst>
            <pc:docMk/>
            <pc:sldMk cId="968820928" sldId="256"/>
            <ac:cxnSpMk id="107" creationId="{AE6E8D34-2BB6-4F80-AED0-A1B9228CE2BC}"/>
          </ac:cxnSpMkLst>
        </pc:cxnChg>
        <pc:cxnChg chg="add mod">
          <ac:chgData name="Anderson, Joshua" userId="39e39843-612f-4ac9-a60b-c8880e88db2a" providerId="ADAL" clId="{461508CF-AA82-470A-A026-06CBC89FCFC6}" dt="2020-03-27T17:37:03.190" v="245"/>
          <ac:cxnSpMkLst>
            <pc:docMk/>
            <pc:sldMk cId="968820928" sldId="256"/>
            <ac:cxnSpMk id="109" creationId="{145BC8E5-6058-46AF-A5B8-EF3D2B3B0044}"/>
          </ac:cxnSpMkLst>
        </pc:cxnChg>
        <pc:cxnChg chg="add mod">
          <ac:chgData name="Anderson, Joshua" userId="39e39843-612f-4ac9-a60b-c8880e88db2a" providerId="ADAL" clId="{461508CF-AA82-470A-A026-06CBC89FCFC6}" dt="2020-03-27T17:43:03.737" v="283" actId="1076"/>
          <ac:cxnSpMkLst>
            <pc:docMk/>
            <pc:sldMk cId="968820928" sldId="256"/>
            <ac:cxnSpMk id="113" creationId="{B630D63B-FA1B-47F3-A08D-599C6CCBD7AE}"/>
          </ac:cxnSpMkLst>
        </pc:cxnChg>
        <pc:cxnChg chg="add mod">
          <ac:chgData name="Anderson, Joshua" userId="39e39843-612f-4ac9-a60b-c8880e88db2a" providerId="ADAL" clId="{461508CF-AA82-470A-A026-06CBC89FCFC6}" dt="2020-03-27T17:47:14.098" v="291" actId="1076"/>
          <ac:cxnSpMkLst>
            <pc:docMk/>
            <pc:sldMk cId="968820928" sldId="256"/>
            <ac:cxnSpMk id="122" creationId="{015900B1-6C28-4523-B956-04FFB073D9A3}"/>
          </ac:cxnSpMkLst>
        </pc:cxnChg>
        <pc:cxnChg chg="add mod">
          <ac:chgData name="Anderson, Joshua" userId="39e39843-612f-4ac9-a60b-c8880e88db2a" providerId="ADAL" clId="{461508CF-AA82-470A-A026-06CBC89FCFC6}" dt="2020-03-27T17:35:39.721" v="239"/>
          <ac:cxnSpMkLst>
            <pc:docMk/>
            <pc:sldMk cId="968820928" sldId="256"/>
            <ac:cxnSpMk id="124" creationId="{4DA4C04D-2507-4017-89B0-E1A57564BCA0}"/>
          </ac:cxnSpMkLst>
        </pc:cxnChg>
        <pc:cxnChg chg="add mod">
          <ac:chgData name="Anderson, Joshua" userId="39e39843-612f-4ac9-a60b-c8880e88db2a" providerId="ADAL" clId="{461508CF-AA82-470A-A026-06CBC89FCFC6}" dt="2020-03-27T17:38:20.323" v="260" actId="1076"/>
          <ac:cxnSpMkLst>
            <pc:docMk/>
            <pc:sldMk cId="968820928" sldId="256"/>
            <ac:cxnSpMk id="128" creationId="{EBE7CEFA-5F28-4C2B-ADC9-648A6FC19EA9}"/>
          </ac:cxnSpMkLst>
        </pc:cxnChg>
        <pc:cxnChg chg="add mod">
          <ac:chgData name="Anderson, Joshua" userId="39e39843-612f-4ac9-a60b-c8880e88db2a" providerId="ADAL" clId="{461508CF-AA82-470A-A026-06CBC89FCFC6}" dt="2020-03-27T17:38:20.323" v="260" actId="1076"/>
          <ac:cxnSpMkLst>
            <pc:docMk/>
            <pc:sldMk cId="968820928" sldId="256"/>
            <ac:cxnSpMk id="130" creationId="{BD0EA4E4-4786-4F6E-B489-94755E1E6CC7}"/>
          </ac:cxnSpMkLst>
        </pc:cxnChg>
        <pc:cxnChg chg="add del mod">
          <ac:chgData name="Anderson, Joshua" userId="39e39843-612f-4ac9-a60b-c8880e88db2a" providerId="ADAL" clId="{461508CF-AA82-470A-A026-06CBC89FCFC6}" dt="2020-03-27T17:37:34.152" v="248" actId="478"/>
          <ac:cxnSpMkLst>
            <pc:docMk/>
            <pc:sldMk cId="968820928" sldId="256"/>
            <ac:cxnSpMk id="132" creationId="{8387471D-7F1A-4F04-905F-268EC9C2C9CA}"/>
          </ac:cxnSpMkLst>
        </pc:cxnChg>
        <pc:cxnChg chg="add del mod">
          <ac:chgData name="Anderson, Joshua" userId="39e39843-612f-4ac9-a60b-c8880e88db2a" providerId="ADAL" clId="{461508CF-AA82-470A-A026-06CBC89FCFC6}" dt="2020-03-27T17:37:53.172" v="251" actId="478"/>
          <ac:cxnSpMkLst>
            <pc:docMk/>
            <pc:sldMk cId="968820928" sldId="256"/>
            <ac:cxnSpMk id="139" creationId="{E1AADEFF-9684-4C73-AA71-0A28794A994A}"/>
          </ac:cxnSpMkLst>
        </pc:cxnChg>
        <pc:cxnChg chg="add mod">
          <ac:chgData name="Anderson, Joshua" userId="39e39843-612f-4ac9-a60b-c8880e88db2a" providerId="ADAL" clId="{461508CF-AA82-470A-A026-06CBC89FCFC6}" dt="2020-03-27T17:38:17.040" v="259" actId="1076"/>
          <ac:cxnSpMkLst>
            <pc:docMk/>
            <pc:sldMk cId="968820928" sldId="256"/>
            <ac:cxnSpMk id="140" creationId="{C3B01C68-FC66-4036-A495-EDAEF85C1F95}"/>
          </ac:cxnSpMkLst>
        </pc:cxnChg>
        <pc:cxnChg chg="add mod">
          <ac:chgData name="Anderson, Joshua" userId="39e39843-612f-4ac9-a60b-c8880e88db2a" providerId="ADAL" clId="{461508CF-AA82-470A-A026-06CBC89FCFC6}" dt="2020-03-27T17:43:21.159" v="286"/>
          <ac:cxnSpMkLst>
            <pc:docMk/>
            <pc:sldMk cId="968820928" sldId="256"/>
            <ac:cxnSpMk id="158" creationId="{1DB5E0E3-E8F9-4070-80FA-CDDFFE690E9D}"/>
          </ac:cxnSpMkLst>
        </pc:cxnChg>
        <pc:cxnChg chg="add mod">
          <ac:chgData name="Anderson, Joshua" userId="39e39843-612f-4ac9-a60b-c8880e88db2a" providerId="ADAL" clId="{461508CF-AA82-470A-A026-06CBC89FCFC6}" dt="2020-03-27T17:43:21.159" v="286"/>
          <ac:cxnSpMkLst>
            <pc:docMk/>
            <pc:sldMk cId="968820928" sldId="256"/>
            <ac:cxnSpMk id="160" creationId="{47329201-C7AA-4593-954D-B7C369222D94}"/>
          </ac:cxnSpMkLst>
        </pc:cxnChg>
        <pc:cxnChg chg="add mod">
          <ac:chgData name="Anderson, Joshua" userId="39e39843-612f-4ac9-a60b-c8880e88db2a" providerId="ADAL" clId="{461508CF-AA82-470A-A026-06CBC89FCFC6}" dt="2020-03-27T17:47:14.098" v="291" actId="1076"/>
          <ac:cxnSpMkLst>
            <pc:docMk/>
            <pc:sldMk cId="968820928" sldId="256"/>
            <ac:cxnSpMk id="161" creationId="{71F97587-1A46-4FC3-9F2E-B05E188E020F}"/>
          </ac:cxnSpMkLst>
        </pc:cxnChg>
        <pc:cxnChg chg="add mod">
          <ac:chgData name="Anderson, Joshua" userId="39e39843-612f-4ac9-a60b-c8880e88db2a" providerId="ADAL" clId="{461508CF-AA82-470A-A026-06CBC89FCFC6}" dt="2020-03-27T17:50:34.471" v="334" actId="14100"/>
          <ac:cxnSpMkLst>
            <pc:docMk/>
            <pc:sldMk cId="968820928" sldId="256"/>
            <ac:cxnSpMk id="168" creationId="{85847B5F-05DD-4D42-9AB8-0773E65AF58C}"/>
          </ac:cxnSpMkLst>
        </pc:cxnChg>
        <pc:cxnChg chg="add mod">
          <ac:chgData name="Anderson, Joshua" userId="39e39843-612f-4ac9-a60b-c8880e88db2a" providerId="ADAL" clId="{461508CF-AA82-470A-A026-06CBC89FCFC6}" dt="2020-03-27T17:50:34.471" v="334" actId="14100"/>
          <ac:cxnSpMkLst>
            <pc:docMk/>
            <pc:sldMk cId="968820928" sldId="256"/>
            <ac:cxnSpMk id="171" creationId="{C3C82402-39F9-46F7-8E16-3783F76AA75C}"/>
          </ac:cxnSpMkLst>
        </pc:cxnChg>
        <pc:cxnChg chg="add mod">
          <ac:chgData name="Anderson, Joshua" userId="39e39843-612f-4ac9-a60b-c8880e88db2a" providerId="ADAL" clId="{461508CF-AA82-470A-A026-06CBC89FCFC6}" dt="2020-03-27T17:50:34.471" v="334" actId="14100"/>
          <ac:cxnSpMkLst>
            <pc:docMk/>
            <pc:sldMk cId="968820928" sldId="256"/>
            <ac:cxnSpMk id="178" creationId="{A03712AD-0CB9-4EE0-8685-E10723127D94}"/>
          </ac:cxnSpMkLst>
        </pc:cxnChg>
      </pc:sldChg>
    </pc:docChg>
  </pc:docChgLst>
  <pc:docChgLst>
    <pc:chgData name="Anderson, Joshua" userId="39e39843-612f-4ac9-a60b-c8880e88db2a" providerId="ADAL" clId="{190440D0-AB92-4ECC-9B54-31E3C5AFEF8F}"/>
    <pc:docChg chg="undo custSel modSld">
      <pc:chgData name="Anderson, Joshua" userId="39e39843-612f-4ac9-a60b-c8880e88db2a" providerId="ADAL" clId="{190440D0-AB92-4ECC-9B54-31E3C5AFEF8F}" dt="2020-06-09T14:00:51.238" v="1839" actId="478"/>
      <pc:docMkLst>
        <pc:docMk/>
      </pc:docMkLst>
      <pc:sldChg chg="addSp delSp modSp">
        <pc:chgData name="Anderson, Joshua" userId="39e39843-612f-4ac9-a60b-c8880e88db2a" providerId="ADAL" clId="{190440D0-AB92-4ECC-9B54-31E3C5AFEF8F}" dt="2020-06-09T14:00:51.238" v="1839" actId="478"/>
        <pc:sldMkLst>
          <pc:docMk/>
          <pc:sldMk cId="968820928" sldId="256"/>
        </pc:sldMkLst>
        <pc:spChg chg="mod">
          <ac:chgData name="Anderson, Joshua" userId="39e39843-612f-4ac9-a60b-c8880e88db2a" providerId="ADAL" clId="{190440D0-AB92-4ECC-9B54-31E3C5AFEF8F}" dt="2020-05-28T19:57:45.702" v="536" actId="14100"/>
          <ac:spMkLst>
            <pc:docMk/>
            <pc:sldMk cId="968820928" sldId="256"/>
            <ac:spMk id="27" creationId="{22E7C258-6200-4AA8-89A6-851C21880D9B}"/>
          </ac:spMkLst>
        </pc:spChg>
        <pc:spChg chg="mod">
          <ac:chgData name="Anderson, Joshua" userId="39e39843-612f-4ac9-a60b-c8880e88db2a" providerId="ADAL" clId="{190440D0-AB92-4ECC-9B54-31E3C5AFEF8F}" dt="2020-05-28T19:57:45.702" v="536" actId="14100"/>
          <ac:spMkLst>
            <pc:docMk/>
            <pc:sldMk cId="968820928" sldId="256"/>
            <ac:spMk id="28" creationId="{11FCAF09-8DA6-4811-94A3-485B0297A28D}"/>
          </ac:spMkLst>
        </pc:spChg>
        <pc:spChg chg="del">
          <ac:chgData name="Anderson, Joshua" userId="39e39843-612f-4ac9-a60b-c8880e88db2a" providerId="ADAL" clId="{190440D0-AB92-4ECC-9B54-31E3C5AFEF8F}" dt="2020-05-28T19:29:14.178" v="66" actId="478"/>
          <ac:spMkLst>
            <pc:docMk/>
            <pc:sldMk cId="968820928" sldId="256"/>
            <ac:spMk id="29" creationId="{C4B8965E-7E9E-4CA8-BB0A-504FD25F04DB}"/>
          </ac:spMkLst>
        </pc:spChg>
        <pc:spChg chg="add del mod">
          <ac:chgData name="Anderson, Joshua" userId="39e39843-612f-4ac9-a60b-c8880e88db2a" providerId="ADAL" clId="{190440D0-AB92-4ECC-9B54-31E3C5AFEF8F}" dt="2020-05-28T19:23:46.903" v="30" actId="478"/>
          <ac:spMkLst>
            <pc:docMk/>
            <pc:sldMk cId="968820928" sldId="256"/>
            <ac:spMk id="53" creationId="{2159A3AB-38BD-40B6-BCD6-24CFF0E3FF1A}"/>
          </ac:spMkLst>
        </pc:spChg>
        <pc:spChg chg="del mod">
          <ac:chgData name="Anderson, Joshua" userId="39e39843-612f-4ac9-a60b-c8880e88db2a" providerId="ADAL" clId="{190440D0-AB92-4ECC-9B54-31E3C5AFEF8F}" dt="2020-05-28T19:38:45.298" v="132" actId="478"/>
          <ac:spMkLst>
            <pc:docMk/>
            <pc:sldMk cId="968820928" sldId="256"/>
            <ac:spMk id="62" creationId="{870C6851-44D3-45E8-92DA-68AA0EF73A2C}"/>
          </ac:spMkLst>
        </pc:spChg>
        <pc:spChg chg="mod">
          <ac:chgData name="Anderson, Joshua" userId="39e39843-612f-4ac9-a60b-c8880e88db2a" providerId="ADAL" clId="{190440D0-AB92-4ECC-9B54-31E3C5AFEF8F}" dt="2020-05-28T19:38:49.351" v="133" actId="1076"/>
          <ac:spMkLst>
            <pc:docMk/>
            <pc:sldMk cId="968820928" sldId="256"/>
            <ac:spMk id="63" creationId="{95B6E688-E8D4-4D58-BDAE-6A8F1B4EB68F}"/>
          </ac:spMkLst>
        </pc:spChg>
        <pc:spChg chg="mod">
          <ac:chgData name="Anderson, Joshua" userId="39e39843-612f-4ac9-a60b-c8880e88db2a" providerId="ADAL" clId="{190440D0-AB92-4ECC-9B54-31E3C5AFEF8F}" dt="2020-05-28T19:57:45.702" v="536" actId="14100"/>
          <ac:spMkLst>
            <pc:docMk/>
            <pc:sldMk cId="968820928" sldId="256"/>
            <ac:spMk id="68" creationId="{DAB83E4C-29CD-4E34-B298-D8CD0FF768B6}"/>
          </ac:spMkLst>
        </pc:spChg>
        <pc:spChg chg="mod">
          <ac:chgData name="Anderson, Joshua" userId="39e39843-612f-4ac9-a60b-c8880e88db2a" providerId="ADAL" clId="{190440D0-AB92-4ECC-9B54-31E3C5AFEF8F}" dt="2020-05-28T19:57:14.985" v="533" actId="14100"/>
          <ac:spMkLst>
            <pc:docMk/>
            <pc:sldMk cId="968820928" sldId="256"/>
            <ac:spMk id="69" creationId="{1A5B6E8F-4CE2-4F95-949A-EB009519E1E5}"/>
          </ac:spMkLst>
        </pc:spChg>
        <pc:spChg chg="add mod">
          <ac:chgData name="Anderson, Joshua" userId="39e39843-612f-4ac9-a60b-c8880e88db2a" providerId="ADAL" clId="{190440D0-AB92-4ECC-9B54-31E3C5AFEF8F}" dt="2020-06-04T13:31:26.354" v="1729" actId="20577"/>
          <ac:spMkLst>
            <pc:docMk/>
            <pc:sldMk cId="968820928" sldId="256"/>
            <ac:spMk id="77" creationId="{28E77923-3463-4E50-ACFE-28838346EC65}"/>
          </ac:spMkLst>
        </pc:spChg>
        <pc:spChg chg="add del mod">
          <ac:chgData name="Anderson, Joshua" userId="39e39843-612f-4ac9-a60b-c8880e88db2a" providerId="ADAL" clId="{190440D0-AB92-4ECC-9B54-31E3C5AFEF8F}" dt="2020-05-28T19:32:59.252" v="96" actId="478"/>
          <ac:spMkLst>
            <pc:docMk/>
            <pc:sldMk cId="968820928" sldId="256"/>
            <ac:spMk id="82" creationId="{18F2FA24-7922-4E38-909C-A4F5D0F6703A}"/>
          </ac:spMkLst>
        </pc:spChg>
        <pc:spChg chg="add del mod">
          <ac:chgData name="Anderson, Joshua" userId="39e39843-612f-4ac9-a60b-c8880e88db2a" providerId="ADAL" clId="{190440D0-AB92-4ECC-9B54-31E3C5AFEF8F}" dt="2020-06-08T19:31:26.868" v="1731" actId="478"/>
          <ac:spMkLst>
            <pc:docMk/>
            <pc:sldMk cId="968820928" sldId="256"/>
            <ac:spMk id="82" creationId="{B3D1567D-30BE-44EE-BCCB-8B69C015DE6A}"/>
          </ac:spMkLst>
        </pc:spChg>
        <pc:spChg chg="add mod">
          <ac:chgData name="Anderson, Joshua" userId="39e39843-612f-4ac9-a60b-c8880e88db2a" providerId="ADAL" clId="{190440D0-AB92-4ECC-9B54-31E3C5AFEF8F}" dt="2020-06-09T11:25:02.755" v="1756" actId="14100"/>
          <ac:spMkLst>
            <pc:docMk/>
            <pc:sldMk cId="968820928" sldId="256"/>
            <ac:spMk id="83" creationId="{D3BE1D8D-15AC-4411-B0CF-B06F87345FBF}"/>
          </ac:spMkLst>
        </pc:spChg>
        <pc:spChg chg="add mod">
          <ac:chgData name="Anderson, Joshua" userId="39e39843-612f-4ac9-a60b-c8880e88db2a" providerId="ADAL" clId="{190440D0-AB92-4ECC-9B54-31E3C5AFEF8F}" dt="2020-06-09T11:29:51.116" v="1779" actId="14100"/>
          <ac:spMkLst>
            <pc:docMk/>
            <pc:sldMk cId="968820928" sldId="256"/>
            <ac:spMk id="86" creationId="{C0DBDD81-014F-4F76-B6BB-A17E96E7C148}"/>
          </ac:spMkLst>
        </pc:spChg>
        <pc:spChg chg="add del mod">
          <ac:chgData name="Anderson, Joshua" userId="39e39843-612f-4ac9-a60b-c8880e88db2a" providerId="ADAL" clId="{190440D0-AB92-4ECC-9B54-31E3C5AFEF8F}" dt="2020-06-09T13:54:57.875" v="1788" actId="478"/>
          <ac:spMkLst>
            <pc:docMk/>
            <pc:sldMk cId="968820928" sldId="256"/>
            <ac:spMk id="89" creationId="{85D48185-9BEF-443E-A928-0541636247A2}"/>
          </ac:spMkLst>
        </pc:spChg>
        <pc:spChg chg="add mod">
          <ac:chgData name="Anderson, Joshua" userId="39e39843-612f-4ac9-a60b-c8880e88db2a" providerId="ADAL" clId="{190440D0-AB92-4ECC-9B54-31E3C5AFEF8F}" dt="2020-06-09T13:55:22.119" v="1812" actId="20577"/>
          <ac:spMkLst>
            <pc:docMk/>
            <pc:sldMk cId="968820928" sldId="256"/>
            <ac:spMk id="90" creationId="{F537FD3A-6FDF-4696-8F73-950349EB6318}"/>
          </ac:spMkLst>
        </pc:spChg>
        <pc:spChg chg="mod">
          <ac:chgData name="Anderson, Joshua" userId="39e39843-612f-4ac9-a60b-c8880e88db2a" providerId="ADAL" clId="{190440D0-AB92-4ECC-9B54-31E3C5AFEF8F}" dt="2020-05-28T19:57:45.702" v="536" actId="14100"/>
          <ac:spMkLst>
            <pc:docMk/>
            <pc:sldMk cId="968820928" sldId="256"/>
            <ac:spMk id="91" creationId="{CF14C831-1DC5-4ED2-A051-C6051A39C4D2}"/>
          </ac:spMkLst>
        </pc:spChg>
        <pc:spChg chg="add mod">
          <ac:chgData name="Anderson, Joshua" userId="39e39843-612f-4ac9-a60b-c8880e88db2a" providerId="ADAL" clId="{190440D0-AB92-4ECC-9B54-31E3C5AFEF8F}" dt="2020-06-09T13:55:29.946" v="1822" actId="1036"/>
          <ac:spMkLst>
            <pc:docMk/>
            <pc:sldMk cId="968820928" sldId="256"/>
            <ac:spMk id="106" creationId="{78272207-F37A-48A0-BC4F-D5796F7451A0}"/>
          </ac:spMkLst>
        </pc:spChg>
        <pc:spChg chg="add mod">
          <ac:chgData name="Anderson, Joshua" userId="39e39843-612f-4ac9-a60b-c8880e88db2a" providerId="ADAL" clId="{190440D0-AB92-4ECC-9B54-31E3C5AFEF8F}" dt="2020-05-28T19:57:45.702" v="536" actId="14100"/>
          <ac:spMkLst>
            <pc:docMk/>
            <pc:sldMk cId="968820928" sldId="256"/>
            <ac:spMk id="116" creationId="{279D92A9-BB5C-4133-B08E-1A9718A7C3CE}"/>
          </ac:spMkLst>
        </pc:spChg>
        <pc:spChg chg="add mod">
          <ac:chgData name="Anderson, Joshua" userId="39e39843-612f-4ac9-a60b-c8880e88db2a" providerId="ADAL" clId="{190440D0-AB92-4ECC-9B54-31E3C5AFEF8F}" dt="2020-05-28T19:57:45.702" v="536" actId="14100"/>
          <ac:spMkLst>
            <pc:docMk/>
            <pc:sldMk cId="968820928" sldId="256"/>
            <ac:spMk id="121" creationId="{881048AE-2962-4D2E-BFFD-4A8693AE03C0}"/>
          </ac:spMkLst>
        </pc:spChg>
        <pc:spChg chg="add mod">
          <ac:chgData name="Anderson, Joshua" userId="39e39843-612f-4ac9-a60b-c8880e88db2a" providerId="ADAL" clId="{190440D0-AB92-4ECC-9B54-31E3C5AFEF8F}" dt="2020-05-29T10:03:31.005" v="1518" actId="20577"/>
          <ac:spMkLst>
            <pc:docMk/>
            <pc:sldMk cId="968820928" sldId="256"/>
            <ac:spMk id="131" creationId="{C12CC5F7-C9FB-49D4-8C41-6178B34CEF59}"/>
          </ac:spMkLst>
        </pc:spChg>
        <pc:spChg chg="add mod">
          <ac:chgData name="Anderson, Joshua" userId="39e39843-612f-4ac9-a60b-c8880e88db2a" providerId="ADAL" clId="{190440D0-AB92-4ECC-9B54-31E3C5AFEF8F}" dt="2020-05-28T19:57:01.199" v="532" actId="14100"/>
          <ac:spMkLst>
            <pc:docMk/>
            <pc:sldMk cId="968820928" sldId="256"/>
            <ac:spMk id="132" creationId="{977E15A6-35DD-4893-82E0-9C538D4648FF}"/>
          </ac:spMkLst>
        </pc:spChg>
        <pc:spChg chg="add mod">
          <ac:chgData name="Anderson, Joshua" userId="39e39843-612f-4ac9-a60b-c8880e88db2a" providerId="ADAL" clId="{190440D0-AB92-4ECC-9B54-31E3C5AFEF8F}" dt="2020-05-28T19:43:28.859" v="198" actId="20577"/>
          <ac:spMkLst>
            <pc:docMk/>
            <pc:sldMk cId="968820928" sldId="256"/>
            <ac:spMk id="133" creationId="{505619FC-0A4D-44F9-BCB0-36CF2FE5A419}"/>
          </ac:spMkLst>
        </pc:spChg>
        <pc:spChg chg="add mod">
          <ac:chgData name="Anderson, Joshua" userId="39e39843-612f-4ac9-a60b-c8880e88db2a" providerId="ADAL" clId="{190440D0-AB92-4ECC-9B54-31E3C5AFEF8F}" dt="2020-05-28T19:43:57.141" v="208" actId="20577"/>
          <ac:spMkLst>
            <pc:docMk/>
            <pc:sldMk cId="968820928" sldId="256"/>
            <ac:spMk id="134" creationId="{2DE1D50C-9461-4173-BD5C-F70653CC9051}"/>
          </ac:spMkLst>
        </pc:spChg>
        <pc:spChg chg="add mod">
          <ac:chgData name="Anderson, Joshua" userId="39e39843-612f-4ac9-a60b-c8880e88db2a" providerId="ADAL" clId="{190440D0-AB92-4ECC-9B54-31E3C5AFEF8F}" dt="2020-05-28T19:56:47.678" v="531" actId="14100"/>
          <ac:spMkLst>
            <pc:docMk/>
            <pc:sldMk cId="968820928" sldId="256"/>
            <ac:spMk id="135" creationId="{26F250C1-4A58-499A-9972-8C321D7582DE}"/>
          </ac:spMkLst>
        </pc:spChg>
        <pc:spChg chg="add mod">
          <ac:chgData name="Anderson, Joshua" userId="39e39843-612f-4ac9-a60b-c8880e88db2a" providerId="ADAL" clId="{190440D0-AB92-4ECC-9B54-31E3C5AFEF8F}" dt="2020-05-28T19:46:19.061" v="296" actId="1036"/>
          <ac:spMkLst>
            <pc:docMk/>
            <pc:sldMk cId="968820928" sldId="256"/>
            <ac:spMk id="145" creationId="{116FC3A7-1A8B-43E6-9F1E-0C61124762F4}"/>
          </ac:spMkLst>
        </pc:spChg>
        <pc:spChg chg="add mod">
          <ac:chgData name="Anderson, Joshua" userId="39e39843-612f-4ac9-a60b-c8880e88db2a" providerId="ADAL" clId="{190440D0-AB92-4ECC-9B54-31E3C5AFEF8F}" dt="2020-05-28T19:57:14.985" v="533" actId="14100"/>
          <ac:spMkLst>
            <pc:docMk/>
            <pc:sldMk cId="968820928" sldId="256"/>
            <ac:spMk id="149" creationId="{692FCB9C-A64C-4384-8188-FC0C33D499A2}"/>
          </ac:spMkLst>
        </pc:spChg>
        <pc:spChg chg="add mod">
          <ac:chgData name="Anderson, Joshua" userId="39e39843-612f-4ac9-a60b-c8880e88db2a" providerId="ADAL" clId="{190440D0-AB92-4ECC-9B54-31E3C5AFEF8F}" dt="2020-05-28T19:57:14.985" v="533" actId="14100"/>
          <ac:spMkLst>
            <pc:docMk/>
            <pc:sldMk cId="968820928" sldId="256"/>
            <ac:spMk id="150" creationId="{78573F72-03F5-4615-AFAA-2566EF157DEB}"/>
          </ac:spMkLst>
        </pc:spChg>
        <pc:spChg chg="mod">
          <ac:chgData name="Anderson, Joshua" userId="39e39843-612f-4ac9-a60b-c8880e88db2a" providerId="ADAL" clId="{190440D0-AB92-4ECC-9B54-31E3C5AFEF8F}" dt="2020-05-28T19:57:45.702" v="536" actId="14100"/>
          <ac:spMkLst>
            <pc:docMk/>
            <pc:sldMk cId="968820928" sldId="256"/>
            <ac:spMk id="151" creationId="{58BBCCD1-C56F-430C-AF7B-C676B7A28380}"/>
          </ac:spMkLst>
        </pc:spChg>
        <pc:spChg chg="mod">
          <ac:chgData name="Anderson, Joshua" userId="39e39843-612f-4ac9-a60b-c8880e88db2a" providerId="ADAL" clId="{190440D0-AB92-4ECC-9B54-31E3C5AFEF8F}" dt="2020-05-28T19:57:45.702" v="536" actId="14100"/>
          <ac:spMkLst>
            <pc:docMk/>
            <pc:sldMk cId="968820928" sldId="256"/>
            <ac:spMk id="154" creationId="{AFD243BD-4A1C-4663-B623-8789690426CE}"/>
          </ac:spMkLst>
        </pc:spChg>
        <pc:spChg chg="mod">
          <ac:chgData name="Anderson, Joshua" userId="39e39843-612f-4ac9-a60b-c8880e88db2a" providerId="ADAL" clId="{190440D0-AB92-4ECC-9B54-31E3C5AFEF8F}" dt="2020-05-28T19:57:45.702" v="536" actId="14100"/>
          <ac:spMkLst>
            <pc:docMk/>
            <pc:sldMk cId="968820928" sldId="256"/>
            <ac:spMk id="155" creationId="{08454A43-C279-4F7C-B7D0-AAF1476C29BC}"/>
          </ac:spMkLst>
        </pc:spChg>
        <pc:spChg chg="mod">
          <ac:chgData name="Anderson, Joshua" userId="39e39843-612f-4ac9-a60b-c8880e88db2a" providerId="ADAL" clId="{190440D0-AB92-4ECC-9B54-31E3C5AFEF8F}" dt="2020-05-28T19:57:45.702" v="536" actId="14100"/>
          <ac:spMkLst>
            <pc:docMk/>
            <pc:sldMk cId="968820928" sldId="256"/>
            <ac:spMk id="167" creationId="{04000658-F0DA-493F-9F86-A14ADB069F11}"/>
          </ac:spMkLst>
        </pc:spChg>
        <pc:spChg chg="add del mod">
          <ac:chgData name="Anderson, Joshua" userId="39e39843-612f-4ac9-a60b-c8880e88db2a" providerId="ADAL" clId="{190440D0-AB92-4ECC-9B54-31E3C5AFEF8F}" dt="2020-05-28T19:53:42.315" v="462" actId="478"/>
          <ac:spMkLst>
            <pc:docMk/>
            <pc:sldMk cId="968820928" sldId="256"/>
            <ac:spMk id="169" creationId="{12CADA11-1F6F-4CE0-BA58-EF52916BF4BA}"/>
          </ac:spMkLst>
        </pc:spChg>
        <pc:spChg chg="add mod">
          <ac:chgData name="Anderson, Joshua" userId="39e39843-612f-4ac9-a60b-c8880e88db2a" providerId="ADAL" clId="{190440D0-AB92-4ECC-9B54-31E3C5AFEF8F}" dt="2020-05-28T19:57:14.985" v="533" actId="14100"/>
          <ac:spMkLst>
            <pc:docMk/>
            <pc:sldMk cId="968820928" sldId="256"/>
            <ac:spMk id="170" creationId="{C99BBFB7-225B-429D-8FB4-D4FCBA6C95B0}"/>
          </ac:spMkLst>
        </pc:spChg>
        <pc:spChg chg="add mod">
          <ac:chgData name="Anderson, Joshua" userId="39e39843-612f-4ac9-a60b-c8880e88db2a" providerId="ADAL" clId="{190440D0-AB92-4ECC-9B54-31E3C5AFEF8F}" dt="2020-05-28T19:57:14.985" v="533" actId="14100"/>
          <ac:spMkLst>
            <pc:docMk/>
            <pc:sldMk cId="968820928" sldId="256"/>
            <ac:spMk id="172" creationId="{EFD60D95-3C45-48F0-A863-A7D355296212}"/>
          </ac:spMkLst>
        </pc:spChg>
        <pc:spChg chg="add del mod">
          <ac:chgData name="Anderson, Joshua" userId="39e39843-612f-4ac9-a60b-c8880e88db2a" providerId="ADAL" clId="{190440D0-AB92-4ECC-9B54-31E3C5AFEF8F}" dt="2020-05-28T19:55:35.460" v="510" actId="478"/>
          <ac:spMkLst>
            <pc:docMk/>
            <pc:sldMk cId="968820928" sldId="256"/>
            <ac:spMk id="182" creationId="{4B172758-E035-4D70-93B8-E4E03B05279D}"/>
          </ac:spMkLst>
        </pc:spChg>
        <pc:spChg chg="add mod">
          <ac:chgData name="Anderson, Joshua" userId="39e39843-612f-4ac9-a60b-c8880e88db2a" providerId="ADAL" clId="{190440D0-AB92-4ECC-9B54-31E3C5AFEF8F}" dt="2020-05-28T19:57:51.518" v="537" actId="1076"/>
          <ac:spMkLst>
            <pc:docMk/>
            <pc:sldMk cId="968820928" sldId="256"/>
            <ac:spMk id="183" creationId="{9A9ACB7A-D42F-4C0C-941F-4FE124871794}"/>
          </ac:spMkLst>
        </pc:spChg>
        <pc:spChg chg="add mod">
          <ac:chgData name="Anderson, Joshua" userId="39e39843-612f-4ac9-a60b-c8880e88db2a" providerId="ADAL" clId="{190440D0-AB92-4ECC-9B54-31E3C5AFEF8F}" dt="2020-05-28T19:58:57.361" v="581" actId="1076"/>
          <ac:spMkLst>
            <pc:docMk/>
            <pc:sldMk cId="968820928" sldId="256"/>
            <ac:spMk id="192" creationId="{F479FD83-A98F-4E45-92B1-4933601A1B98}"/>
          </ac:spMkLst>
        </pc:spChg>
        <pc:spChg chg="add mod">
          <ac:chgData name="Anderson, Joshua" userId="39e39843-612f-4ac9-a60b-c8880e88db2a" providerId="ADAL" clId="{190440D0-AB92-4ECC-9B54-31E3C5AFEF8F}" dt="2020-06-09T13:55:40.293" v="1833" actId="20577"/>
          <ac:spMkLst>
            <pc:docMk/>
            <pc:sldMk cId="968820928" sldId="256"/>
            <ac:spMk id="195" creationId="{6C4F86EF-C89A-4619-B008-F7B33FAD87C1}"/>
          </ac:spMkLst>
        </pc:spChg>
        <pc:spChg chg="mod">
          <ac:chgData name="Anderson, Joshua" userId="39e39843-612f-4ac9-a60b-c8880e88db2a" providerId="ADAL" clId="{190440D0-AB92-4ECC-9B54-31E3C5AFEF8F}" dt="2020-05-28T19:57:45.702" v="536" actId="14100"/>
          <ac:spMkLst>
            <pc:docMk/>
            <pc:sldMk cId="968820928" sldId="256"/>
            <ac:spMk id="199" creationId="{645EB2B3-E36A-4E0C-AD95-34667E770107}"/>
          </ac:spMkLst>
        </pc:spChg>
        <pc:spChg chg="del mod">
          <ac:chgData name="Anderson, Joshua" userId="39e39843-612f-4ac9-a60b-c8880e88db2a" providerId="ADAL" clId="{190440D0-AB92-4ECC-9B54-31E3C5AFEF8F}" dt="2020-05-28T19:53:01.270" v="445" actId="478"/>
          <ac:spMkLst>
            <pc:docMk/>
            <pc:sldMk cId="968820928" sldId="256"/>
            <ac:spMk id="200" creationId="{D44DE589-AEB3-4CB0-8606-C63571E07B84}"/>
          </ac:spMkLst>
        </pc:spChg>
        <pc:spChg chg="del mod">
          <ac:chgData name="Anderson, Joshua" userId="39e39843-612f-4ac9-a60b-c8880e88db2a" providerId="ADAL" clId="{190440D0-AB92-4ECC-9B54-31E3C5AFEF8F}" dt="2020-05-28T19:38:42.922" v="130" actId="478"/>
          <ac:spMkLst>
            <pc:docMk/>
            <pc:sldMk cId="968820928" sldId="256"/>
            <ac:spMk id="201" creationId="{D19D8ACF-7A97-432B-A75E-25E340997663}"/>
          </ac:spMkLst>
        </pc:spChg>
        <pc:spChg chg="del mod">
          <ac:chgData name="Anderson, Joshua" userId="39e39843-612f-4ac9-a60b-c8880e88db2a" providerId="ADAL" clId="{190440D0-AB92-4ECC-9B54-31E3C5AFEF8F}" dt="2020-05-28T19:40:01.287" v="150" actId="478"/>
          <ac:spMkLst>
            <pc:docMk/>
            <pc:sldMk cId="968820928" sldId="256"/>
            <ac:spMk id="202" creationId="{B56DA12B-6FF9-4D59-A2FE-2BB7420F84A1}"/>
          </ac:spMkLst>
        </pc:spChg>
        <pc:spChg chg="mod">
          <ac:chgData name="Anderson, Joshua" userId="39e39843-612f-4ac9-a60b-c8880e88db2a" providerId="ADAL" clId="{190440D0-AB92-4ECC-9B54-31E3C5AFEF8F}" dt="2020-05-28T19:57:45.702" v="536" actId="14100"/>
          <ac:spMkLst>
            <pc:docMk/>
            <pc:sldMk cId="968820928" sldId="256"/>
            <ac:spMk id="203" creationId="{2A883DB2-076C-4CBB-A985-11F7223ABCD7}"/>
          </ac:spMkLst>
        </pc:spChg>
        <pc:spChg chg="mod">
          <ac:chgData name="Anderson, Joshua" userId="39e39843-612f-4ac9-a60b-c8880e88db2a" providerId="ADAL" clId="{190440D0-AB92-4ECC-9B54-31E3C5AFEF8F}" dt="2020-06-04T13:30:14.266" v="1723" actId="1076"/>
          <ac:spMkLst>
            <pc:docMk/>
            <pc:sldMk cId="968820928" sldId="256"/>
            <ac:spMk id="204" creationId="{1489F326-8E67-4FB2-9165-1E2F7EDD4CAE}"/>
          </ac:spMkLst>
        </pc:spChg>
        <pc:spChg chg="mod">
          <ac:chgData name="Anderson, Joshua" userId="39e39843-612f-4ac9-a60b-c8880e88db2a" providerId="ADAL" clId="{190440D0-AB92-4ECC-9B54-31E3C5AFEF8F}" dt="2020-05-28T19:57:45.702" v="536" actId="14100"/>
          <ac:spMkLst>
            <pc:docMk/>
            <pc:sldMk cId="968820928" sldId="256"/>
            <ac:spMk id="205" creationId="{C01C35B9-DD0E-40E4-818D-33F860252041}"/>
          </ac:spMkLst>
        </pc:spChg>
        <pc:spChg chg="add mod">
          <ac:chgData name="Anderson, Joshua" userId="39e39843-612f-4ac9-a60b-c8880e88db2a" providerId="ADAL" clId="{190440D0-AB92-4ECC-9B54-31E3C5AFEF8F}" dt="2020-05-29T09:58:20.183" v="1500" actId="20577"/>
          <ac:spMkLst>
            <pc:docMk/>
            <pc:sldMk cId="968820928" sldId="256"/>
            <ac:spMk id="207" creationId="{24D056EA-14D0-4A2C-8417-19FE6271A9AE}"/>
          </ac:spMkLst>
        </pc:spChg>
        <pc:spChg chg="add mod">
          <ac:chgData name="Anderson, Joshua" userId="39e39843-612f-4ac9-a60b-c8880e88db2a" providerId="ADAL" clId="{190440D0-AB92-4ECC-9B54-31E3C5AFEF8F}" dt="2020-05-29T15:02:54.854" v="1660" actId="1076"/>
          <ac:spMkLst>
            <pc:docMk/>
            <pc:sldMk cId="968820928" sldId="256"/>
            <ac:spMk id="209" creationId="{1E7C7B84-0051-4FBE-B82E-AFE6B631A9BE}"/>
          </ac:spMkLst>
        </pc:spChg>
        <pc:spChg chg="add del mod">
          <ac:chgData name="Anderson, Joshua" userId="39e39843-612f-4ac9-a60b-c8880e88db2a" providerId="ADAL" clId="{190440D0-AB92-4ECC-9B54-31E3C5AFEF8F}" dt="2020-05-29T15:02:52.555" v="1659" actId="478"/>
          <ac:spMkLst>
            <pc:docMk/>
            <pc:sldMk cId="968820928" sldId="256"/>
            <ac:spMk id="210" creationId="{E42EBC0E-7A99-4B09-A958-09185AFFAD13}"/>
          </ac:spMkLst>
        </pc:spChg>
        <pc:spChg chg="add mod">
          <ac:chgData name="Anderson, Joshua" userId="39e39843-612f-4ac9-a60b-c8880e88db2a" providerId="ADAL" clId="{190440D0-AB92-4ECC-9B54-31E3C5AFEF8F}" dt="2020-05-28T20:30:20.758" v="1301" actId="1076"/>
          <ac:spMkLst>
            <pc:docMk/>
            <pc:sldMk cId="968820928" sldId="256"/>
            <ac:spMk id="223" creationId="{A2627179-1F0F-44AE-9150-D8C50FAF52EC}"/>
          </ac:spMkLst>
        </pc:spChg>
        <pc:spChg chg="add del mod">
          <ac:chgData name="Anderson, Joshua" userId="39e39843-612f-4ac9-a60b-c8880e88db2a" providerId="ADAL" clId="{190440D0-AB92-4ECC-9B54-31E3C5AFEF8F}" dt="2020-05-28T20:30:48.473" v="1317" actId="478"/>
          <ac:spMkLst>
            <pc:docMk/>
            <pc:sldMk cId="968820928" sldId="256"/>
            <ac:spMk id="224" creationId="{B8F295E7-BD61-4DF1-822A-8A8D80DA50BF}"/>
          </ac:spMkLst>
        </pc:spChg>
        <pc:spChg chg="add mod">
          <ac:chgData name="Anderson, Joshua" userId="39e39843-612f-4ac9-a60b-c8880e88db2a" providerId="ADAL" clId="{190440D0-AB92-4ECC-9B54-31E3C5AFEF8F}" dt="2020-05-28T20:30:52.052" v="1318" actId="1076"/>
          <ac:spMkLst>
            <pc:docMk/>
            <pc:sldMk cId="968820928" sldId="256"/>
            <ac:spMk id="225" creationId="{9A4BF882-D556-42E0-A653-A49C34A1D86F}"/>
          </ac:spMkLst>
        </pc:spChg>
        <pc:cxnChg chg="add mod">
          <ac:chgData name="Anderson, Joshua" userId="39e39843-612f-4ac9-a60b-c8880e88db2a" providerId="ADAL" clId="{190440D0-AB92-4ECC-9B54-31E3C5AFEF8F}" dt="2020-05-28T19:57:14.985" v="533" actId="14100"/>
          <ac:cxnSpMkLst>
            <pc:docMk/>
            <pc:sldMk cId="968820928" sldId="256"/>
            <ac:cxnSpMk id="55" creationId="{40202BA4-2083-4ADA-8242-707C3EA605B7}"/>
          </ac:cxnSpMkLst>
        </pc:cxnChg>
        <pc:cxnChg chg="add mod">
          <ac:chgData name="Anderson, Joshua" userId="39e39843-612f-4ac9-a60b-c8880e88db2a" providerId="ADAL" clId="{190440D0-AB92-4ECC-9B54-31E3C5AFEF8F}" dt="2020-05-28T19:57:45.702" v="536" actId="14100"/>
          <ac:cxnSpMkLst>
            <pc:docMk/>
            <pc:sldMk cId="968820928" sldId="256"/>
            <ac:cxnSpMk id="58" creationId="{BFA69EA9-6D98-4139-8704-616DC5A12D8E}"/>
          </ac:cxnSpMkLst>
        </pc:cxnChg>
        <pc:cxnChg chg="add del mod">
          <ac:chgData name="Anderson, Joshua" userId="39e39843-612f-4ac9-a60b-c8880e88db2a" providerId="ADAL" clId="{190440D0-AB92-4ECC-9B54-31E3C5AFEF8F}" dt="2020-05-28T19:25:18.734" v="48" actId="478"/>
          <ac:cxnSpMkLst>
            <pc:docMk/>
            <pc:sldMk cId="968820928" sldId="256"/>
            <ac:cxnSpMk id="65" creationId="{C3531491-4AC2-489C-AF68-295DAF44361D}"/>
          </ac:cxnSpMkLst>
        </pc:cxnChg>
        <pc:cxnChg chg="add mod">
          <ac:chgData name="Anderson, Joshua" userId="39e39843-612f-4ac9-a60b-c8880e88db2a" providerId="ADAL" clId="{190440D0-AB92-4ECC-9B54-31E3C5AFEF8F}" dt="2020-06-04T13:30:14.266" v="1723" actId="1076"/>
          <ac:cxnSpMkLst>
            <pc:docMk/>
            <pc:sldMk cId="968820928" sldId="256"/>
            <ac:cxnSpMk id="67" creationId="{75AC7BB4-8DC3-4433-A08A-D7EB321DAB78}"/>
          </ac:cxnSpMkLst>
        </pc:cxnChg>
        <pc:cxnChg chg="add mod">
          <ac:chgData name="Anderson, Joshua" userId="39e39843-612f-4ac9-a60b-c8880e88db2a" providerId="ADAL" clId="{190440D0-AB92-4ECC-9B54-31E3C5AFEF8F}" dt="2020-06-04T13:31:22.555" v="1724" actId="14100"/>
          <ac:cxnSpMkLst>
            <pc:docMk/>
            <pc:sldMk cId="968820928" sldId="256"/>
            <ac:cxnSpMk id="78" creationId="{61BFF921-A1AE-4760-B22C-4F3A1FA3DB2B}"/>
          </ac:cxnSpMkLst>
        </pc:cxnChg>
        <pc:cxnChg chg="add mod">
          <ac:chgData name="Anderson, Joshua" userId="39e39843-612f-4ac9-a60b-c8880e88db2a" providerId="ADAL" clId="{190440D0-AB92-4ECC-9B54-31E3C5AFEF8F}" dt="2020-06-04T13:31:22.555" v="1724" actId="14100"/>
          <ac:cxnSpMkLst>
            <pc:docMk/>
            <pc:sldMk cId="968820928" sldId="256"/>
            <ac:cxnSpMk id="81" creationId="{17EEE0BF-CC76-4625-883F-F23AF59A25DA}"/>
          </ac:cxnSpMkLst>
        </pc:cxnChg>
        <pc:cxnChg chg="add del mod">
          <ac:chgData name="Anderson, Joshua" userId="39e39843-612f-4ac9-a60b-c8880e88db2a" providerId="ADAL" clId="{190440D0-AB92-4ECC-9B54-31E3C5AFEF8F}" dt="2020-06-04T13:31:22.555" v="1724" actId="14100"/>
          <ac:cxnSpMkLst>
            <pc:docMk/>
            <pc:sldMk cId="968820928" sldId="256"/>
            <ac:cxnSpMk id="84" creationId="{98D5B2C5-7501-48D9-B1CD-A236351AD80D}"/>
          </ac:cxnSpMkLst>
        </pc:cxnChg>
        <pc:cxnChg chg="add mod">
          <ac:chgData name="Anderson, Joshua" userId="39e39843-612f-4ac9-a60b-c8880e88db2a" providerId="ADAL" clId="{190440D0-AB92-4ECC-9B54-31E3C5AFEF8F}" dt="2020-06-09T11:25:02.755" v="1756" actId="14100"/>
          <ac:cxnSpMkLst>
            <pc:docMk/>
            <pc:sldMk cId="968820928" sldId="256"/>
            <ac:cxnSpMk id="85" creationId="{C32CC6DB-654F-46BD-8C3C-95D7AF84735C}"/>
          </ac:cxnSpMkLst>
        </pc:cxnChg>
        <pc:cxnChg chg="add mod">
          <ac:chgData name="Anderson, Joshua" userId="39e39843-612f-4ac9-a60b-c8880e88db2a" providerId="ADAL" clId="{190440D0-AB92-4ECC-9B54-31E3C5AFEF8F}" dt="2020-06-09T11:29:51.116" v="1779" actId="14100"/>
          <ac:cxnSpMkLst>
            <pc:docMk/>
            <pc:sldMk cId="968820928" sldId="256"/>
            <ac:cxnSpMk id="87" creationId="{DAA2A05B-E879-4452-91D0-42334CC4B0EE}"/>
          </ac:cxnSpMkLst>
        </pc:cxnChg>
        <pc:cxnChg chg="add mod">
          <ac:chgData name="Anderson, Joshua" userId="39e39843-612f-4ac9-a60b-c8880e88db2a" providerId="ADAL" clId="{190440D0-AB92-4ECC-9B54-31E3C5AFEF8F}" dt="2020-06-09T13:55:19.484" v="1806" actId="14100"/>
          <ac:cxnSpMkLst>
            <pc:docMk/>
            <pc:sldMk cId="968820928" sldId="256"/>
            <ac:cxnSpMk id="92" creationId="{B25695E3-E91A-403A-92DF-592FDF8FD6ED}"/>
          </ac:cxnSpMkLst>
        </pc:cxnChg>
        <pc:cxnChg chg="add del mod">
          <ac:chgData name="Anderson, Joshua" userId="39e39843-612f-4ac9-a60b-c8880e88db2a" providerId="ADAL" clId="{190440D0-AB92-4ECC-9B54-31E3C5AFEF8F}" dt="2020-06-09T14:00:51.238" v="1839" actId="478"/>
          <ac:cxnSpMkLst>
            <pc:docMk/>
            <pc:sldMk cId="968820928" sldId="256"/>
            <ac:cxnSpMk id="94" creationId="{04DACB1F-FBF1-45B7-84CB-165C1AEAB8CE}"/>
          </ac:cxnSpMkLst>
        </pc:cxnChg>
        <pc:cxnChg chg="del mod">
          <ac:chgData name="Anderson, Joshua" userId="39e39843-612f-4ac9-a60b-c8880e88db2a" providerId="ADAL" clId="{190440D0-AB92-4ECC-9B54-31E3C5AFEF8F}" dt="2020-05-28T19:29:10.384" v="65" actId="478"/>
          <ac:cxnSpMkLst>
            <pc:docMk/>
            <pc:sldMk cId="968820928" sldId="256"/>
            <ac:cxnSpMk id="101" creationId="{4D98C5C9-F727-4F81-824E-5E07F7718D0E}"/>
          </ac:cxnSpMkLst>
        </pc:cxnChg>
        <pc:cxnChg chg="mod">
          <ac:chgData name="Anderson, Joshua" userId="39e39843-612f-4ac9-a60b-c8880e88db2a" providerId="ADAL" clId="{190440D0-AB92-4ECC-9B54-31E3C5AFEF8F}" dt="2020-05-28T19:57:45.702" v="536" actId="14100"/>
          <ac:cxnSpMkLst>
            <pc:docMk/>
            <pc:sldMk cId="968820928" sldId="256"/>
            <ac:cxnSpMk id="103" creationId="{CEC51A65-C29A-4525-97A0-EA9CDFEFD37E}"/>
          </ac:cxnSpMkLst>
        </pc:cxnChg>
        <pc:cxnChg chg="mod">
          <ac:chgData name="Anderson, Joshua" userId="39e39843-612f-4ac9-a60b-c8880e88db2a" providerId="ADAL" clId="{190440D0-AB92-4ECC-9B54-31E3C5AFEF8F}" dt="2020-05-28T19:57:45.702" v="536" actId="14100"/>
          <ac:cxnSpMkLst>
            <pc:docMk/>
            <pc:sldMk cId="968820928" sldId="256"/>
            <ac:cxnSpMk id="109" creationId="{145BC8E5-6058-46AF-A5B8-EF3D2B3B0044}"/>
          </ac:cxnSpMkLst>
        </pc:cxnChg>
        <pc:cxnChg chg="add del mod">
          <ac:chgData name="Anderson, Joshua" userId="39e39843-612f-4ac9-a60b-c8880e88db2a" providerId="ADAL" clId="{190440D0-AB92-4ECC-9B54-31E3C5AFEF8F}" dt="2020-05-28T19:39:40.931" v="145" actId="478"/>
          <ac:cxnSpMkLst>
            <pc:docMk/>
            <pc:sldMk cId="968820928" sldId="256"/>
            <ac:cxnSpMk id="112" creationId="{3B84D69D-E935-4F1F-8E43-EB664199BF13}"/>
          </ac:cxnSpMkLst>
        </pc:cxnChg>
        <pc:cxnChg chg="mod">
          <ac:chgData name="Anderson, Joshua" userId="39e39843-612f-4ac9-a60b-c8880e88db2a" providerId="ADAL" clId="{190440D0-AB92-4ECC-9B54-31E3C5AFEF8F}" dt="2020-05-28T19:57:45.702" v="536" actId="14100"/>
          <ac:cxnSpMkLst>
            <pc:docMk/>
            <pc:sldMk cId="968820928" sldId="256"/>
            <ac:cxnSpMk id="113" creationId="{B630D63B-FA1B-47F3-A08D-599C6CCBD7AE}"/>
          </ac:cxnSpMkLst>
        </pc:cxnChg>
        <pc:cxnChg chg="add mod">
          <ac:chgData name="Anderson, Joshua" userId="39e39843-612f-4ac9-a60b-c8880e88db2a" providerId="ADAL" clId="{190440D0-AB92-4ECC-9B54-31E3C5AFEF8F}" dt="2020-05-28T19:57:45.702" v="536" actId="14100"/>
          <ac:cxnSpMkLst>
            <pc:docMk/>
            <pc:sldMk cId="968820928" sldId="256"/>
            <ac:cxnSpMk id="117" creationId="{40FA8444-823D-4149-B7A0-95F7599099C3}"/>
          </ac:cxnSpMkLst>
        </pc:cxnChg>
        <pc:cxnChg chg="add mod">
          <ac:chgData name="Anderson, Joshua" userId="39e39843-612f-4ac9-a60b-c8880e88db2a" providerId="ADAL" clId="{190440D0-AB92-4ECC-9B54-31E3C5AFEF8F}" dt="2020-05-28T19:57:14.985" v="533" actId="14100"/>
          <ac:cxnSpMkLst>
            <pc:docMk/>
            <pc:sldMk cId="968820928" sldId="256"/>
            <ac:cxnSpMk id="123" creationId="{03419B5D-48D8-40AD-B908-2324F792FBEE}"/>
          </ac:cxnSpMkLst>
        </pc:cxnChg>
        <pc:cxnChg chg="add mod">
          <ac:chgData name="Anderson, Joshua" userId="39e39843-612f-4ac9-a60b-c8880e88db2a" providerId="ADAL" clId="{190440D0-AB92-4ECC-9B54-31E3C5AFEF8F}" dt="2020-05-28T19:57:45.702" v="536" actId="14100"/>
          <ac:cxnSpMkLst>
            <pc:docMk/>
            <pc:sldMk cId="968820928" sldId="256"/>
            <ac:cxnSpMk id="127" creationId="{B68106A1-2405-42A7-AEAB-3A2902F7503A}"/>
          </ac:cxnSpMkLst>
        </pc:cxnChg>
        <pc:cxnChg chg="mod">
          <ac:chgData name="Anderson, Joshua" userId="39e39843-612f-4ac9-a60b-c8880e88db2a" providerId="ADAL" clId="{190440D0-AB92-4ECC-9B54-31E3C5AFEF8F}" dt="2020-05-28T19:57:45.702" v="536" actId="14100"/>
          <ac:cxnSpMkLst>
            <pc:docMk/>
            <pc:sldMk cId="968820928" sldId="256"/>
            <ac:cxnSpMk id="128" creationId="{EBE7CEFA-5F28-4C2B-ADC9-648A6FC19EA9}"/>
          </ac:cxnSpMkLst>
        </pc:cxnChg>
        <pc:cxnChg chg="mod">
          <ac:chgData name="Anderson, Joshua" userId="39e39843-612f-4ac9-a60b-c8880e88db2a" providerId="ADAL" clId="{190440D0-AB92-4ECC-9B54-31E3C5AFEF8F}" dt="2020-05-28T19:57:45.702" v="536" actId="14100"/>
          <ac:cxnSpMkLst>
            <pc:docMk/>
            <pc:sldMk cId="968820928" sldId="256"/>
            <ac:cxnSpMk id="130" creationId="{BD0EA4E4-4786-4F6E-B489-94755E1E6CC7}"/>
          </ac:cxnSpMkLst>
        </pc:cxnChg>
        <pc:cxnChg chg="add del mod">
          <ac:chgData name="Anderson, Joshua" userId="39e39843-612f-4ac9-a60b-c8880e88db2a" providerId="ADAL" clId="{190440D0-AB92-4ECC-9B54-31E3C5AFEF8F}" dt="2020-05-28T19:53:05.029" v="446" actId="478"/>
          <ac:cxnSpMkLst>
            <pc:docMk/>
            <pc:sldMk cId="968820928" sldId="256"/>
            <ac:cxnSpMk id="136" creationId="{F4FE9D55-8D5A-4EA4-A6A0-1A086FE9A0A3}"/>
          </ac:cxnSpMkLst>
        </pc:cxnChg>
        <pc:cxnChg chg="add mod">
          <ac:chgData name="Anderson, Joshua" userId="39e39843-612f-4ac9-a60b-c8880e88db2a" providerId="ADAL" clId="{190440D0-AB92-4ECC-9B54-31E3C5AFEF8F}" dt="2020-05-28T19:57:45.702" v="536" actId="14100"/>
          <ac:cxnSpMkLst>
            <pc:docMk/>
            <pc:sldMk cId="968820928" sldId="256"/>
            <ac:cxnSpMk id="139" creationId="{D5A74095-0A8A-4AD2-BC1D-6BE43019C745}"/>
          </ac:cxnSpMkLst>
        </pc:cxnChg>
        <pc:cxnChg chg="mod">
          <ac:chgData name="Anderson, Joshua" userId="39e39843-612f-4ac9-a60b-c8880e88db2a" providerId="ADAL" clId="{190440D0-AB92-4ECC-9B54-31E3C5AFEF8F}" dt="2020-05-28T19:57:45.702" v="536" actId="14100"/>
          <ac:cxnSpMkLst>
            <pc:docMk/>
            <pc:sldMk cId="968820928" sldId="256"/>
            <ac:cxnSpMk id="140" creationId="{C3B01C68-FC66-4036-A495-EDAEF85C1F95}"/>
          </ac:cxnSpMkLst>
        </pc:cxnChg>
        <pc:cxnChg chg="add mod">
          <ac:chgData name="Anderson, Joshua" userId="39e39843-612f-4ac9-a60b-c8880e88db2a" providerId="ADAL" clId="{190440D0-AB92-4ECC-9B54-31E3C5AFEF8F}" dt="2020-05-28T19:46:24.970" v="313" actId="1035"/>
          <ac:cxnSpMkLst>
            <pc:docMk/>
            <pc:sldMk cId="968820928" sldId="256"/>
            <ac:cxnSpMk id="142" creationId="{61551727-3495-4F6D-B302-7F3896BEF37D}"/>
          </ac:cxnSpMkLst>
        </pc:cxnChg>
        <pc:cxnChg chg="add mod">
          <ac:chgData name="Anderson, Joshua" userId="39e39843-612f-4ac9-a60b-c8880e88db2a" providerId="ADAL" clId="{190440D0-AB92-4ECC-9B54-31E3C5AFEF8F}" dt="2020-05-28T19:46:34.040" v="317" actId="14100"/>
          <ac:cxnSpMkLst>
            <pc:docMk/>
            <pc:sldMk cId="968820928" sldId="256"/>
            <ac:cxnSpMk id="146" creationId="{36E0A471-6DF2-472F-965F-0674BEE2F09A}"/>
          </ac:cxnSpMkLst>
        </pc:cxnChg>
        <pc:cxnChg chg="add del mod">
          <ac:chgData name="Anderson, Joshua" userId="39e39843-612f-4ac9-a60b-c8880e88db2a" providerId="ADAL" clId="{190440D0-AB92-4ECC-9B54-31E3C5AFEF8F}" dt="2020-05-28T19:47:46.557" v="361" actId="478"/>
          <ac:cxnSpMkLst>
            <pc:docMk/>
            <pc:sldMk cId="968820928" sldId="256"/>
            <ac:cxnSpMk id="152" creationId="{EDBF9A70-BA5A-4368-9D42-6485FCF56E07}"/>
          </ac:cxnSpMkLst>
        </pc:cxnChg>
        <pc:cxnChg chg="add del mod">
          <ac:chgData name="Anderson, Joshua" userId="39e39843-612f-4ac9-a60b-c8880e88db2a" providerId="ADAL" clId="{190440D0-AB92-4ECC-9B54-31E3C5AFEF8F}" dt="2020-05-28T19:47:44.433" v="360" actId="478"/>
          <ac:cxnSpMkLst>
            <pc:docMk/>
            <pc:sldMk cId="968820928" sldId="256"/>
            <ac:cxnSpMk id="156" creationId="{8618A310-EDEF-44FF-BF09-D6261E0A882A}"/>
          </ac:cxnSpMkLst>
        </pc:cxnChg>
        <pc:cxnChg chg="add mod">
          <ac:chgData name="Anderson, Joshua" userId="39e39843-612f-4ac9-a60b-c8880e88db2a" providerId="ADAL" clId="{190440D0-AB92-4ECC-9B54-31E3C5AFEF8F}" dt="2020-05-28T19:47:53.244" v="364" actId="14100"/>
          <ac:cxnSpMkLst>
            <pc:docMk/>
            <pc:sldMk cId="968820928" sldId="256"/>
            <ac:cxnSpMk id="157" creationId="{29783CE2-08B3-4DED-95DE-B22E35DBAAC7}"/>
          </ac:cxnSpMkLst>
        </pc:cxnChg>
        <pc:cxnChg chg="mod">
          <ac:chgData name="Anderson, Joshua" userId="39e39843-612f-4ac9-a60b-c8880e88db2a" providerId="ADAL" clId="{190440D0-AB92-4ECC-9B54-31E3C5AFEF8F}" dt="2020-05-28T19:57:45.702" v="536" actId="14100"/>
          <ac:cxnSpMkLst>
            <pc:docMk/>
            <pc:sldMk cId="968820928" sldId="256"/>
            <ac:cxnSpMk id="158" creationId="{1DB5E0E3-E8F9-4070-80FA-CDDFFE690E9D}"/>
          </ac:cxnSpMkLst>
        </pc:cxnChg>
        <pc:cxnChg chg="add mod">
          <ac:chgData name="Anderson, Joshua" userId="39e39843-612f-4ac9-a60b-c8880e88db2a" providerId="ADAL" clId="{190440D0-AB92-4ECC-9B54-31E3C5AFEF8F}" dt="2020-05-28T19:48:01.746" v="368" actId="14100"/>
          <ac:cxnSpMkLst>
            <pc:docMk/>
            <pc:sldMk cId="968820928" sldId="256"/>
            <ac:cxnSpMk id="159" creationId="{78AEEF40-B80B-411B-9E9A-3509E73908C4}"/>
          </ac:cxnSpMkLst>
        </pc:cxnChg>
        <pc:cxnChg chg="mod">
          <ac:chgData name="Anderson, Joshua" userId="39e39843-612f-4ac9-a60b-c8880e88db2a" providerId="ADAL" clId="{190440D0-AB92-4ECC-9B54-31E3C5AFEF8F}" dt="2020-05-28T19:57:45.702" v="536" actId="14100"/>
          <ac:cxnSpMkLst>
            <pc:docMk/>
            <pc:sldMk cId="968820928" sldId="256"/>
            <ac:cxnSpMk id="160" creationId="{47329201-C7AA-4593-954D-B7C369222D94}"/>
          </ac:cxnSpMkLst>
        </pc:cxnChg>
        <pc:cxnChg chg="mod">
          <ac:chgData name="Anderson, Joshua" userId="39e39843-612f-4ac9-a60b-c8880e88db2a" providerId="ADAL" clId="{190440D0-AB92-4ECC-9B54-31E3C5AFEF8F}" dt="2020-05-28T19:39:12.870" v="137" actId="14100"/>
          <ac:cxnSpMkLst>
            <pc:docMk/>
            <pc:sldMk cId="968820928" sldId="256"/>
            <ac:cxnSpMk id="161" creationId="{71F97587-1A46-4FC3-9F2E-B05E188E020F}"/>
          </ac:cxnSpMkLst>
        </pc:cxnChg>
        <pc:cxnChg chg="add mod">
          <ac:chgData name="Anderson, Joshua" userId="39e39843-612f-4ac9-a60b-c8880e88db2a" providerId="ADAL" clId="{190440D0-AB92-4ECC-9B54-31E3C5AFEF8F}" dt="2020-05-28T19:57:14.985" v="533" actId="14100"/>
          <ac:cxnSpMkLst>
            <pc:docMk/>
            <pc:sldMk cId="968820928" sldId="256"/>
            <ac:cxnSpMk id="162" creationId="{6C9F2B68-48FE-490C-B1AD-DAAC9070A5F8}"/>
          </ac:cxnSpMkLst>
        </pc:cxnChg>
        <pc:cxnChg chg="mod">
          <ac:chgData name="Anderson, Joshua" userId="39e39843-612f-4ac9-a60b-c8880e88db2a" providerId="ADAL" clId="{190440D0-AB92-4ECC-9B54-31E3C5AFEF8F}" dt="2020-05-28T19:57:45.702" v="536" actId="14100"/>
          <ac:cxnSpMkLst>
            <pc:docMk/>
            <pc:sldMk cId="968820928" sldId="256"/>
            <ac:cxnSpMk id="168" creationId="{85847B5F-05DD-4D42-9AB8-0773E65AF58C}"/>
          </ac:cxnSpMkLst>
        </pc:cxnChg>
        <pc:cxnChg chg="del mod">
          <ac:chgData name="Anderson, Joshua" userId="39e39843-612f-4ac9-a60b-c8880e88db2a" providerId="ADAL" clId="{190440D0-AB92-4ECC-9B54-31E3C5AFEF8F}" dt="2020-05-28T19:38:44.455" v="131" actId="478"/>
          <ac:cxnSpMkLst>
            <pc:docMk/>
            <pc:sldMk cId="968820928" sldId="256"/>
            <ac:cxnSpMk id="171" creationId="{C3C82402-39F9-46F7-8E16-3783F76AA75C}"/>
          </ac:cxnSpMkLst>
        </pc:cxnChg>
        <pc:cxnChg chg="add mod">
          <ac:chgData name="Anderson, Joshua" userId="39e39843-612f-4ac9-a60b-c8880e88db2a" providerId="ADAL" clId="{190440D0-AB92-4ECC-9B54-31E3C5AFEF8F}" dt="2020-05-28T19:57:14.985" v="533" actId="14100"/>
          <ac:cxnSpMkLst>
            <pc:docMk/>
            <pc:sldMk cId="968820928" sldId="256"/>
            <ac:cxnSpMk id="173" creationId="{9F043979-4429-4E8C-9F58-742D7D54DDFA}"/>
          </ac:cxnSpMkLst>
        </pc:cxnChg>
        <pc:cxnChg chg="add mod">
          <ac:chgData name="Anderson, Joshua" userId="39e39843-612f-4ac9-a60b-c8880e88db2a" providerId="ADAL" clId="{190440D0-AB92-4ECC-9B54-31E3C5AFEF8F}" dt="2020-05-28T19:57:20.056" v="535" actId="14100"/>
          <ac:cxnSpMkLst>
            <pc:docMk/>
            <pc:sldMk cId="968820928" sldId="256"/>
            <ac:cxnSpMk id="174" creationId="{671AAC6C-91AD-4F2C-8EDC-E251148CF3C0}"/>
          </ac:cxnSpMkLst>
        </pc:cxnChg>
        <pc:cxnChg chg="mod">
          <ac:chgData name="Anderson, Joshua" userId="39e39843-612f-4ac9-a60b-c8880e88db2a" providerId="ADAL" clId="{190440D0-AB92-4ECC-9B54-31E3C5AFEF8F}" dt="2020-05-28T19:57:45.702" v="536" actId="14100"/>
          <ac:cxnSpMkLst>
            <pc:docMk/>
            <pc:sldMk cId="968820928" sldId="256"/>
            <ac:cxnSpMk id="178" creationId="{A03712AD-0CB9-4EE0-8685-E10723127D94}"/>
          </ac:cxnSpMkLst>
        </pc:cxnChg>
        <pc:cxnChg chg="add mod">
          <ac:chgData name="Anderson, Joshua" userId="39e39843-612f-4ac9-a60b-c8880e88db2a" providerId="ADAL" clId="{190440D0-AB92-4ECC-9B54-31E3C5AFEF8F}" dt="2020-05-28T19:57:14.985" v="533" actId="14100"/>
          <ac:cxnSpMkLst>
            <pc:docMk/>
            <pc:sldMk cId="968820928" sldId="256"/>
            <ac:cxnSpMk id="179" creationId="{DC4FA6C4-6970-493A-9E86-3E93B3EF1A53}"/>
          </ac:cxnSpMkLst>
        </pc:cxnChg>
        <pc:cxnChg chg="add mod">
          <ac:chgData name="Anderson, Joshua" userId="39e39843-612f-4ac9-a60b-c8880e88db2a" providerId="ADAL" clId="{190440D0-AB92-4ECC-9B54-31E3C5AFEF8F}" dt="2020-05-28T19:57:57.229" v="540" actId="14100"/>
          <ac:cxnSpMkLst>
            <pc:docMk/>
            <pc:sldMk cId="968820928" sldId="256"/>
            <ac:cxnSpMk id="186" creationId="{3851B75D-7B38-4EFF-AACC-CFDF983F2596}"/>
          </ac:cxnSpMkLst>
        </pc:cxnChg>
        <pc:cxnChg chg="add mod">
          <ac:chgData name="Anderson, Joshua" userId="39e39843-612f-4ac9-a60b-c8880e88db2a" providerId="ADAL" clId="{190440D0-AB92-4ECC-9B54-31E3C5AFEF8F}" dt="2020-05-28T19:58:04.402" v="543" actId="14100"/>
          <ac:cxnSpMkLst>
            <pc:docMk/>
            <pc:sldMk cId="968820928" sldId="256"/>
            <ac:cxnSpMk id="189" creationId="{CBB20722-FE69-4D8F-8910-5F28FC096B69}"/>
          </ac:cxnSpMkLst>
        </pc:cxnChg>
        <pc:cxnChg chg="add mod">
          <ac:chgData name="Anderson, Joshua" userId="39e39843-612f-4ac9-a60b-c8880e88db2a" providerId="ADAL" clId="{190440D0-AB92-4ECC-9B54-31E3C5AFEF8F}" dt="2020-05-28T19:59:02.503" v="584" actId="14100"/>
          <ac:cxnSpMkLst>
            <pc:docMk/>
            <pc:sldMk cId="968820928" sldId="256"/>
            <ac:cxnSpMk id="193" creationId="{91184098-652D-441D-B32E-04373036E2D1}"/>
          </ac:cxnSpMkLst>
        </pc:cxnChg>
        <pc:cxnChg chg="add mod">
          <ac:chgData name="Anderson, Joshua" userId="39e39843-612f-4ac9-a60b-c8880e88db2a" providerId="ADAL" clId="{190440D0-AB92-4ECC-9B54-31E3C5AFEF8F}" dt="2020-05-28T19:59:10.736" v="587" actId="14100"/>
          <ac:cxnSpMkLst>
            <pc:docMk/>
            <pc:sldMk cId="968820928" sldId="256"/>
            <ac:cxnSpMk id="196" creationId="{52DEB116-1111-49E0-AABE-2D318F27C441}"/>
          </ac:cxnSpMkLst>
        </pc:cxnChg>
        <pc:cxnChg chg="add mod">
          <ac:chgData name="Anderson, Joshua" userId="39e39843-612f-4ac9-a60b-c8880e88db2a" providerId="ADAL" clId="{190440D0-AB92-4ECC-9B54-31E3C5AFEF8F}" dt="2020-05-28T19:59:28.165" v="593" actId="14100"/>
          <ac:cxnSpMkLst>
            <pc:docMk/>
            <pc:sldMk cId="968820928" sldId="256"/>
            <ac:cxnSpMk id="206" creationId="{95678F7D-AE82-4FA4-878E-40EDD0C0D15A}"/>
          </ac:cxnSpMkLst>
        </pc:cxnChg>
        <pc:cxnChg chg="add mod">
          <ac:chgData name="Anderson, Joshua" userId="39e39843-612f-4ac9-a60b-c8880e88db2a" providerId="ADAL" clId="{190440D0-AB92-4ECC-9B54-31E3C5AFEF8F}" dt="2020-05-28T20:16:07.703" v="865" actId="14100"/>
          <ac:cxnSpMkLst>
            <pc:docMk/>
            <pc:sldMk cId="968820928" sldId="256"/>
            <ac:cxnSpMk id="208" creationId="{272F82B4-7E54-4788-9E7E-3565DFE7EFC7}"/>
          </ac:cxnSpMkLst>
        </pc:cxnChg>
        <pc:cxnChg chg="add del mod">
          <ac:chgData name="Anderson, Joshua" userId="39e39843-612f-4ac9-a60b-c8880e88db2a" providerId="ADAL" clId="{190440D0-AB92-4ECC-9B54-31E3C5AFEF8F}" dt="2020-05-28T20:27:45.911" v="1251" actId="478"/>
          <ac:cxnSpMkLst>
            <pc:docMk/>
            <pc:sldMk cId="968820928" sldId="256"/>
            <ac:cxnSpMk id="211" creationId="{34D2F43E-735F-4971-BFAC-6CDFD1873541}"/>
          </ac:cxnSpMkLst>
        </pc:cxnChg>
        <pc:cxnChg chg="add del mod">
          <ac:chgData name="Anderson, Joshua" userId="39e39843-612f-4ac9-a60b-c8880e88db2a" providerId="ADAL" clId="{190440D0-AB92-4ECC-9B54-31E3C5AFEF8F}" dt="2020-05-28T20:27:49.119" v="1252" actId="478"/>
          <ac:cxnSpMkLst>
            <pc:docMk/>
            <pc:sldMk cId="968820928" sldId="256"/>
            <ac:cxnSpMk id="214" creationId="{C2C57EC9-F224-4296-835D-372B7D683E9E}"/>
          </ac:cxnSpMkLst>
        </pc:cxnChg>
        <pc:cxnChg chg="add del mod">
          <ac:chgData name="Anderson, Joshua" userId="39e39843-612f-4ac9-a60b-c8880e88db2a" providerId="ADAL" clId="{190440D0-AB92-4ECC-9B54-31E3C5AFEF8F}" dt="2020-05-29T15:02:51.724" v="1658" actId="478"/>
          <ac:cxnSpMkLst>
            <pc:docMk/>
            <pc:sldMk cId="968820928" sldId="256"/>
            <ac:cxnSpMk id="217" creationId="{22F28FB9-B95A-4005-90D0-F4085241D617}"/>
          </ac:cxnSpMkLst>
        </pc:cxnChg>
        <pc:cxnChg chg="add mod">
          <ac:chgData name="Anderson, Joshua" userId="39e39843-612f-4ac9-a60b-c8880e88db2a" providerId="ADAL" clId="{190440D0-AB92-4ECC-9B54-31E3C5AFEF8F}" dt="2020-05-29T15:02:54.854" v="1660" actId="1076"/>
          <ac:cxnSpMkLst>
            <pc:docMk/>
            <pc:sldMk cId="968820928" sldId="256"/>
            <ac:cxnSpMk id="220" creationId="{CB8D5B7D-2E57-4242-968C-5417E97F67F4}"/>
          </ac:cxnSpMkLst>
        </pc:cxnChg>
        <pc:cxnChg chg="add del mod">
          <ac:chgData name="Anderson, Joshua" userId="39e39843-612f-4ac9-a60b-c8880e88db2a" providerId="ADAL" clId="{190440D0-AB92-4ECC-9B54-31E3C5AFEF8F}" dt="2020-05-28T20:30:57.512" v="1320" actId="478"/>
          <ac:cxnSpMkLst>
            <pc:docMk/>
            <pc:sldMk cId="968820928" sldId="256"/>
            <ac:cxnSpMk id="226" creationId="{77375A2C-3A89-44C6-AD93-DCFCE6E4A1A8}"/>
          </ac:cxnSpMkLst>
        </pc:cxnChg>
        <pc:cxnChg chg="add mod">
          <ac:chgData name="Anderson, Joshua" userId="39e39843-612f-4ac9-a60b-c8880e88db2a" providerId="ADAL" clId="{190440D0-AB92-4ECC-9B54-31E3C5AFEF8F}" dt="2020-05-28T20:31:04.983" v="1323" actId="14100"/>
          <ac:cxnSpMkLst>
            <pc:docMk/>
            <pc:sldMk cId="968820928" sldId="256"/>
            <ac:cxnSpMk id="227" creationId="{793D299A-267F-4D02-9043-7E859B192D14}"/>
          </ac:cxnSpMkLst>
        </pc:cxnChg>
        <pc:cxnChg chg="add mod">
          <ac:chgData name="Anderson, Joshua" userId="39e39843-612f-4ac9-a60b-c8880e88db2a" providerId="ADAL" clId="{190440D0-AB92-4ECC-9B54-31E3C5AFEF8F}" dt="2020-05-28T20:31:15.477" v="1327" actId="14100"/>
          <ac:cxnSpMkLst>
            <pc:docMk/>
            <pc:sldMk cId="968820928" sldId="256"/>
            <ac:cxnSpMk id="230" creationId="{439650CC-15AD-49A6-9163-FC99F3B66AD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448" y="1494925"/>
            <a:ext cx="10352405" cy="3180151"/>
          </a:xfrm>
        </p:spPr>
        <p:txBody>
          <a:bodyPr anchor="b"/>
          <a:lstStyle>
            <a:lvl1pPr algn="ctr">
              <a:defRPr sz="79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797715"/>
            <a:ext cx="9134475" cy="2205383"/>
          </a:xfrm>
        </p:spPr>
        <p:txBody>
          <a:bodyPr/>
          <a:lstStyle>
            <a:lvl1pPr marL="0" indent="0" algn="ctr">
              <a:buNone/>
              <a:defRPr sz="3197"/>
            </a:lvl1pPr>
            <a:lvl2pPr marL="608945" indent="0" algn="ctr">
              <a:buNone/>
              <a:defRPr sz="2664"/>
            </a:lvl2pPr>
            <a:lvl3pPr marL="1217889" indent="0" algn="ctr">
              <a:buNone/>
              <a:defRPr sz="2397"/>
            </a:lvl3pPr>
            <a:lvl4pPr marL="1826834" indent="0" algn="ctr">
              <a:buNone/>
              <a:defRPr sz="2131"/>
            </a:lvl4pPr>
            <a:lvl5pPr marL="2435779" indent="0" algn="ctr">
              <a:buNone/>
              <a:defRPr sz="2131"/>
            </a:lvl5pPr>
            <a:lvl6pPr marL="3044723" indent="0" algn="ctr">
              <a:buNone/>
              <a:defRPr sz="2131"/>
            </a:lvl6pPr>
            <a:lvl7pPr marL="3653668" indent="0" algn="ctr">
              <a:buNone/>
              <a:defRPr sz="2131"/>
            </a:lvl7pPr>
            <a:lvl8pPr marL="4262613" indent="0" algn="ctr">
              <a:buNone/>
              <a:defRPr sz="2131"/>
            </a:lvl8pPr>
            <a:lvl9pPr marL="4871557" indent="0" algn="ctr">
              <a:buNone/>
              <a:defRPr sz="21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7CB6-3F03-4DA5-A19A-28979D94709C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F8A5-FB11-4ACC-9DD4-A9D0AABA7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04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7CB6-3F03-4DA5-A19A-28979D94709C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F8A5-FB11-4ACC-9DD4-A9D0AABA7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72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984" y="2277278"/>
            <a:ext cx="10504646" cy="3799687"/>
          </a:xfrm>
        </p:spPr>
        <p:txBody>
          <a:bodyPr anchor="b"/>
          <a:lstStyle>
            <a:lvl1pPr>
              <a:defRPr sz="79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0984" y="6112912"/>
            <a:ext cx="10504646" cy="1998166"/>
          </a:xfrm>
        </p:spPr>
        <p:txBody>
          <a:bodyPr/>
          <a:lstStyle>
            <a:lvl1pPr marL="0" indent="0">
              <a:buNone/>
              <a:defRPr sz="3197">
                <a:solidFill>
                  <a:schemeClr val="tx1"/>
                </a:solidFill>
              </a:defRPr>
            </a:lvl1pPr>
            <a:lvl2pPr marL="608945" indent="0">
              <a:buNone/>
              <a:defRPr sz="2664">
                <a:solidFill>
                  <a:schemeClr val="tx1">
                    <a:tint val="75000"/>
                  </a:schemeClr>
                </a:solidFill>
              </a:defRPr>
            </a:lvl2pPr>
            <a:lvl3pPr marL="1217889" indent="0">
              <a:buNone/>
              <a:defRPr sz="2397">
                <a:solidFill>
                  <a:schemeClr val="tx1">
                    <a:tint val="75000"/>
                  </a:schemeClr>
                </a:solidFill>
              </a:defRPr>
            </a:lvl3pPr>
            <a:lvl4pPr marL="1826834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4pPr>
            <a:lvl5pPr marL="2435779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5pPr>
            <a:lvl6pPr marL="3044723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6pPr>
            <a:lvl7pPr marL="3653668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7pPr>
            <a:lvl8pPr marL="4262613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8pPr>
            <a:lvl9pPr marL="4871557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7CB6-3F03-4DA5-A19A-28979D94709C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F8A5-FB11-4ACC-9DD4-A9D0AABA7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37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327" y="2431631"/>
            <a:ext cx="5176203" cy="57957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5770" y="2431631"/>
            <a:ext cx="5176203" cy="57957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7CB6-3F03-4DA5-A19A-28979D94709C}" type="datetimeFigureOut">
              <a:rPr lang="en-US" smtClean="0"/>
              <a:t>5/2/25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F8A5-FB11-4ACC-9DD4-A9D0AABA7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99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486328"/>
            <a:ext cx="10504646" cy="17655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915" y="2239216"/>
            <a:ext cx="5152414" cy="1097405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915" y="3336620"/>
            <a:ext cx="5152414" cy="4907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5771" y="2239216"/>
            <a:ext cx="5177789" cy="1097405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5771" y="3336620"/>
            <a:ext cx="5177789" cy="4907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7CB6-3F03-4DA5-A19A-28979D94709C}" type="datetimeFigureOut">
              <a:rPr lang="en-US" smtClean="0"/>
              <a:t>5/2/25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F8A5-FB11-4ACC-9DD4-A9D0AABA7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31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7CB6-3F03-4DA5-A19A-28979D94709C}" type="datetimeFigureOut">
              <a:rPr lang="en-US" smtClean="0"/>
              <a:t>5/2/25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F8A5-FB11-4ACC-9DD4-A9D0AABA7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6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7CB6-3F03-4DA5-A19A-28979D94709C}" type="datetimeFigureOut">
              <a:rPr lang="en-US" smtClean="0"/>
              <a:t>5/2/25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F8A5-FB11-4ACC-9DD4-A9D0AABA7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7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608965"/>
            <a:ext cx="3928141" cy="2131378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7789" y="1315197"/>
            <a:ext cx="6165771" cy="6491398"/>
          </a:xfrm>
        </p:spPr>
        <p:txBody>
          <a:bodyPr/>
          <a:lstStyle>
            <a:lvl1pPr>
              <a:defRPr sz="4262"/>
            </a:lvl1pPr>
            <a:lvl2pPr>
              <a:defRPr sz="3729"/>
            </a:lvl2pPr>
            <a:lvl3pPr>
              <a:defRPr sz="3197"/>
            </a:lvl3pPr>
            <a:lvl4pPr>
              <a:defRPr sz="2664"/>
            </a:lvl4pPr>
            <a:lvl5pPr>
              <a:defRPr sz="2664"/>
            </a:lvl5pPr>
            <a:lvl6pPr>
              <a:defRPr sz="2664"/>
            </a:lvl6pPr>
            <a:lvl7pPr>
              <a:defRPr sz="2664"/>
            </a:lvl7pPr>
            <a:lvl8pPr>
              <a:defRPr sz="2664"/>
            </a:lvl8pPr>
            <a:lvl9pPr>
              <a:defRPr sz="26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913" y="2740343"/>
            <a:ext cx="3928141" cy="5076823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7CB6-3F03-4DA5-A19A-28979D94709C}" type="datetimeFigureOut">
              <a:rPr lang="en-US" smtClean="0"/>
              <a:t>5/2/25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F8A5-FB11-4ACC-9DD4-A9D0AABA7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58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608965"/>
            <a:ext cx="3928141" cy="2131378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77789" y="1315197"/>
            <a:ext cx="6165771" cy="6491398"/>
          </a:xfrm>
        </p:spPr>
        <p:txBody>
          <a:bodyPr anchor="t"/>
          <a:lstStyle>
            <a:lvl1pPr marL="0" indent="0">
              <a:buNone/>
              <a:defRPr sz="4262"/>
            </a:lvl1pPr>
            <a:lvl2pPr marL="608945" indent="0">
              <a:buNone/>
              <a:defRPr sz="3729"/>
            </a:lvl2pPr>
            <a:lvl3pPr marL="1217889" indent="0">
              <a:buNone/>
              <a:defRPr sz="3197"/>
            </a:lvl3pPr>
            <a:lvl4pPr marL="1826834" indent="0">
              <a:buNone/>
              <a:defRPr sz="2664"/>
            </a:lvl4pPr>
            <a:lvl5pPr marL="2435779" indent="0">
              <a:buNone/>
              <a:defRPr sz="2664"/>
            </a:lvl5pPr>
            <a:lvl6pPr marL="3044723" indent="0">
              <a:buNone/>
              <a:defRPr sz="2664"/>
            </a:lvl6pPr>
            <a:lvl7pPr marL="3653668" indent="0">
              <a:buNone/>
              <a:defRPr sz="2664"/>
            </a:lvl7pPr>
            <a:lvl8pPr marL="4262613" indent="0">
              <a:buNone/>
              <a:defRPr sz="2664"/>
            </a:lvl8pPr>
            <a:lvl9pPr marL="4871557" indent="0">
              <a:buNone/>
              <a:defRPr sz="26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913" y="2740343"/>
            <a:ext cx="3928141" cy="5076823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7CB6-3F03-4DA5-A19A-28979D94709C}" type="datetimeFigureOut">
              <a:rPr lang="en-US" smtClean="0"/>
              <a:t>5/2/25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F8A5-FB11-4ACC-9DD4-A9D0AABA7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4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7CB6-3F03-4DA5-A19A-28979D94709C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F8A5-FB11-4ACC-9DD4-A9D0AABA7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56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5812" y="486326"/>
            <a:ext cx="2626162" cy="77410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328" y="486326"/>
            <a:ext cx="7726243" cy="77410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7CB6-3F03-4DA5-A19A-28979D94709C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F8A5-FB11-4ACC-9DD4-A9D0AABA7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9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327" y="486328"/>
            <a:ext cx="10504646" cy="1765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327" y="2431631"/>
            <a:ext cx="10504646" cy="5795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327" y="8466307"/>
            <a:ext cx="2740343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C7CB6-3F03-4DA5-A19A-28979D94709C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4393" y="8466307"/>
            <a:ext cx="4110514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1630" y="8466307"/>
            <a:ext cx="2740343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7F8A5-FB11-4ACC-9DD4-A9D0AABA7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7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7889" rtl="0" eaLnBrk="1" latinLnBrk="0" hangingPunct="1">
        <a:lnSpc>
          <a:spcPct val="90000"/>
        </a:lnSpc>
        <a:spcBef>
          <a:spcPct val="0"/>
        </a:spcBef>
        <a:buNone/>
        <a:defRPr sz="5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472" indent="-304472" algn="l" defTabSz="1217889" rtl="0" eaLnBrk="1" latinLnBrk="0" hangingPunct="1">
        <a:lnSpc>
          <a:spcPct val="90000"/>
        </a:lnSpc>
        <a:spcBef>
          <a:spcPts val="1332"/>
        </a:spcBef>
        <a:buFont typeface="Arial" panose="020B0604020202020204" pitchFamily="34" charset="0"/>
        <a:buChar char="•"/>
        <a:defRPr sz="3729" kern="1200">
          <a:solidFill>
            <a:schemeClr val="tx1"/>
          </a:solidFill>
          <a:latin typeface="+mn-lt"/>
          <a:ea typeface="+mn-ea"/>
          <a:cs typeface="+mn-cs"/>
        </a:defRPr>
      </a:lvl1pPr>
      <a:lvl2pPr marL="913417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522362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3pPr>
      <a:lvl4pPr marL="2131306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740251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349196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958140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567085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5176030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8945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788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6834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577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472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3668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261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1557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977E15A6-35DD-4893-82E0-9C538D4648FF}"/>
              </a:ext>
            </a:extLst>
          </p:cNvPr>
          <p:cNvSpPr/>
          <p:nvPr/>
        </p:nvSpPr>
        <p:spPr>
          <a:xfrm>
            <a:off x="10960244" y="188365"/>
            <a:ext cx="886376" cy="246888"/>
          </a:xfrm>
          <a:prstGeom prst="round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Concept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505619FC-0A4D-44F9-BCB0-36CF2FE5A419}"/>
              </a:ext>
            </a:extLst>
          </p:cNvPr>
          <p:cNvSpPr/>
          <p:nvPr/>
        </p:nvSpPr>
        <p:spPr>
          <a:xfrm>
            <a:off x="11070320" y="539736"/>
            <a:ext cx="776300" cy="249474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Library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2DE1D50C-9461-4173-BD5C-F70653CC9051}"/>
              </a:ext>
            </a:extLst>
          </p:cNvPr>
          <p:cNvSpPr/>
          <p:nvPr/>
        </p:nvSpPr>
        <p:spPr>
          <a:xfrm>
            <a:off x="11068865" y="883721"/>
            <a:ext cx="776300" cy="249474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Detail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26F250C1-4A58-499A-9972-8C321D7582DE}"/>
              </a:ext>
            </a:extLst>
          </p:cNvPr>
          <p:cNvSpPr/>
          <p:nvPr/>
        </p:nvSpPr>
        <p:spPr>
          <a:xfrm>
            <a:off x="10896856" y="1232155"/>
            <a:ext cx="930838" cy="246888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HOOMD class</a:t>
            </a:r>
          </a:p>
        </p:txBody>
      </p:sp>
      <p:cxnSp>
        <p:nvCxnSpPr>
          <p:cNvPr id="142" name="Connector: Curved 141">
            <a:extLst>
              <a:ext uri="{FF2B5EF4-FFF2-40B4-BE49-F238E27FC236}">
                <a16:creationId xmlns:a16="http://schemas.microsoft.com/office/drawing/2014/main" id="{61551727-3495-4F6D-B302-7F3896BEF37D}"/>
              </a:ext>
            </a:extLst>
          </p:cNvPr>
          <p:cNvCxnSpPr>
            <a:cxnSpLocks/>
          </p:cNvCxnSpPr>
          <p:nvPr/>
        </p:nvCxnSpPr>
        <p:spPr>
          <a:xfrm>
            <a:off x="10929197" y="1824936"/>
            <a:ext cx="1055636" cy="12700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78272207-F37A-48A0-BC4F-D5796F7451A0}"/>
              </a:ext>
            </a:extLst>
          </p:cNvPr>
          <p:cNvSpPr txBox="1"/>
          <p:nvPr/>
        </p:nvSpPr>
        <p:spPr>
          <a:xfrm>
            <a:off x="10669967" y="1518551"/>
            <a:ext cx="1312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Weak relationship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16FC3A7-1A8B-43E6-9F1E-0C61124762F4}"/>
              </a:ext>
            </a:extLst>
          </p:cNvPr>
          <p:cNvSpPr txBox="1"/>
          <p:nvPr/>
        </p:nvSpPr>
        <p:spPr>
          <a:xfrm>
            <a:off x="10698983" y="2032616"/>
            <a:ext cx="1366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Strong relationship</a:t>
            </a:r>
          </a:p>
        </p:txBody>
      </p:sp>
      <p:cxnSp>
        <p:nvCxnSpPr>
          <p:cNvPr id="146" name="Connector: Curved 145">
            <a:extLst>
              <a:ext uri="{FF2B5EF4-FFF2-40B4-BE49-F238E27FC236}">
                <a16:creationId xmlns:a16="http://schemas.microsoft.com/office/drawing/2014/main" id="{36E0A471-6DF2-472F-965F-0674BEE2F09A}"/>
              </a:ext>
            </a:extLst>
          </p:cNvPr>
          <p:cNvCxnSpPr>
            <a:cxnSpLocks/>
          </p:cNvCxnSpPr>
          <p:nvPr/>
        </p:nvCxnSpPr>
        <p:spPr>
          <a:xfrm>
            <a:off x="10929197" y="2331747"/>
            <a:ext cx="991691" cy="20175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78573F72-03F5-4615-AFAA-2566EF157DEB}"/>
              </a:ext>
            </a:extLst>
          </p:cNvPr>
          <p:cNvSpPr/>
          <p:nvPr/>
        </p:nvSpPr>
        <p:spPr>
          <a:xfrm>
            <a:off x="3671078" y="6934638"/>
            <a:ext cx="922199" cy="411035"/>
          </a:xfrm>
          <a:prstGeom prst="round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 space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12CC5F7-C9FB-49D4-8C41-6178B34CEF59}"/>
              </a:ext>
            </a:extLst>
          </p:cNvPr>
          <p:cNvSpPr txBox="1"/>
          <p:nvPr/>
        </p:nvSpPr>
        <p:spPr>
          <a:xfrm>
            <a:off x="4047784" y="124058"/>
            <a:ext cx="3682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Organizing and Executing Simulations</a:t>
            </a: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EFD60D95-3C45-48F0-A863-A7D355296212}"/>
              </a:ext>
            </a:extLst>
          </p:cNvPr>
          <p:cNvSpPr/>
          <p:nvPr/>
        </p:nvSpPr>
        <p:spPr>
          <a:xfrm>
            <a:off x="3671078" y="5957060"/>
            <a:ext cx="922199" cy="346928"/>
          </a:xfrm>
          <a:prstGeom prst="round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Workflow</a:t>
            </a:r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9A9ACB7A-D42F-4C0C-941F-4FE124871794}"/>
              </a:ext>
            </a:extLst>
          </p:cNvPr>
          <p:cNvSpPr/>
          <p:nvPr/>
        </p:nvSpPr>
        <p:spPr>
          <a:xfrm>
            <a:off x="7006858" y="5408353"/>
            <a:ext cx="1242859" cy="423069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Simulation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C4F86EF-C89A-4619-B008-F7B33FAD87C1}"/>
              </a:ext>
            </a:extLst>
          </p:cNvPr>
          <p:cNvSpPr txBox="1"/>
          <p:nvPr/>
        </p:nvSpPr>
        <p:spPr>
          <a:xfrm>
            <a:off x="8580761" y="4712075"/>
            <a:ext cx="34847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Outline: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Overview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200" dirty="0"/>
              <a:t>Introduction to HOOMD-blue </a:t>
            </a:r>
            <a:r>
              <a:rPr lang="en-US" sz="1200" dirty="0" err="1"/>
              <a:t>prereq</a:t>
            </a: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Organizing Data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200" dirty="0"/>
              <a:t>Hard particle octahedra simulation as an example.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200" dirty="0"/>
              <a:t>Many simulations at different volume fractions and system sizes.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200" dirty="0"/>
              <a:t>Introduce </a:t>
            </a:r>
            <a:r>
              <a:rPr lang="en-US" sz="1200" dirty="0" err="1"/>
              <a:t>signac</a:t>
            </a:r>
            <a:endParaRPr lang="en-US" sz="12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200" dirty="0" err="1"/>
              <a:t>signac</a:t>
            </a:r>
            <a:r>
              <a:rPr lang="en-US" sz="1200" dirty="0"/>
              <a:t> job -&gt; results = function(job)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200" dirty="0"/>
              <a:t>job </a:t>
            </a:r>
            <a:r>
              <a:rPr lang="en-US" sz="1200" dirty="0" err="1"/>
              <a:t>statepoint</a:t>
            </a:r>
            <a:r>
              <a:rPr lang="en-US" sz="1200" dirty="0"/>
              <a:t>, directory, and document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200" dirty="0"/>
              <a:t>Initialize and query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200" dirty="0"/>
              <a:t>Link to </a:t>
            </a:r>
            <a:r>
              <a:rPr lang="en-US" sz="1200" dirty="0" err="1"/>
              <a:t>signac</a:t>
            </a:r>
            <a:r>
              <a:rPr lang="en-US" sz="1200" dirty="0"/>
              <a:t> docs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Executing Simulations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Continuing Simulations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Partitioning Cluster Jobs</a:t>
            </a:r>
          </a:p>
        </p:txBody>
      </p:sp>
      <p:cxnSp>
        <p:nvCxnSpPr>
          <p:cNvPr id="154" name="Connector: Curved 141">
            <a:extLst>
              <a:ext uri="{FF2B5EF4-FFF2-40B4-BE49-F238E27FC236}">
                <a16:creationId xmlns:a16="http://schemas.microsoft.com/office/drawing/2014/main" id="{1357EA44-0004-4A4B-B039-58178AF46C2F}"/>
              </a:ext>
            </a:extLst>
          </p:cNvPr>
          <p:cNvCxnSpPr>
            <a:cxnSpLocks/>
            <a:stCxn id="150" idx="2"/>
            <a:endCxn id="97" idx="0"/>
          </p:cNvCxnSpPr>
          <p:nvPr/>
        </p:nvCxnSpPr>
        <p:spPr>
          <a:xfrm rot="5400000">
            <a:off x="3925483" y="7552368"/>
            <a:ext cx="413391" cy="1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Connector: Curved 145">
            <a:extLst>
              <a:ext uri="{FF2B5EF4-FFF2-40B4-BE49-F238E27FC236}">
                <a16:creationId xmlns:a16="http://schemas.microsoft.com/office/drawing/2014/main" id="{FFB4B6F0-0B0D-AA41-9A2F-2F6A5F8C2C99}"/>
              </a:ext>
            </a:extLst>
          </p:cNvPr>
          <p:cNvCxnSpPr>
            <a:cxnSpLocks/>
            <a:stCxn id="76" idx="3"/>
            <a:endCxn id="183" idx="1"/>
          </p:cNvCxnSpPr>
          <p:nvPr/>
        </p:nvCxnSpPr>
        <p:spPr>
          <a:xfrm>
            <a:off x="6084659" y="5098630"/>
            <a:ext cx="922199" cy="521258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Rectangle: Rounded Corners 133">
            <a:extLst>
              <a:ext uri="{FF2B5EF4-FFF2-40B4-BE49-F238E27FC236}">
                <a16:creationId xmlns:a16="http://schemas.microsoft.com/office/drawing/2014/main" id="{B8D1B6D1-F9FF-F64A-8563-86E42B8675D1}"/>
              </a:ext>
            </a:extLst>
          </p:cNvPr>
          <p:cNvSpPr/>
          <p:nvPr/>
        </p:nvSpPr>
        <p:spPr>
          <a:xfrm>
            <a:off x="3742419" y="7759064"/>
            <a:ext cx="779515" cy="295050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directory</a:t>
            </a:r>
          </a:p>
        </p:txBody>
      </p:sp>
      <p:sp>
        <p:nvSpPr>
          <p:cNvPr id="68" name="Rectangle: Rounded Corners 132">
            <a:extLst>
              <a:ext uri="{FF2B5EF4-FFF2-40B4-BE49-F238E27FC236}">
                <a16:creationId xmlns:a16="http://schemas.microsoft.com/office/drawing/2014/main" id="{4F8ABB0A-210C-A641-9AC3-07B1E4308CB6}"/>
              </a:ext>
            </a:extLst>
          </p:cNvPr>
          <p:cNvSpPr/>
          <p:nvPr/>
        </p:nvSpPr>
        <p:spPr>
          <a:xfrm>
            <a:off x="2265026" y="6955615"/>
            <a:ext cx="779515" cy="353278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signac</a:t>
            </a:r>
            <a:endParaRPr lang="en-US" sz="1000" dirty="0"/>
          </a:p>
        </p:txBody>
      </p:sp>
      <p:sp>
        <p:nvSpPr>
          <p:cNvPr id="69" name="Rectangle: Rounded Corners 132">
            <a:extLst>
              <a:ext uri="{FF2B5EF4-FFF2-40B4-BE49-F238E27FC236}">
                <a16:creationId xmlns:a16="http://schemas.microsoft.com/office/drawing/2014/main" id="{6B37BE87-4F1B-EB44-81AF-E9049AA1D9D4}"/>
              </a:ext>
            </a:extLst>
          </p:cNvPr>
          <p:cNvSpPr/>
          <p:nvPr/>
        </p:nvSpPr>
        <p:spPr>
          <a:xfrm>
            <a:off x="2081525" y="5619112"/>
            <a:ext cx="922198" cy="353278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row</a:t>
            </a:r>
          </a:p>
        </p:txBody>
      </p:sp>
      <p:cxnSp>
        <p:nvCxnSpPr>
          <p:cNvPr id="71" name="Connector: Curved 141">
            <a:extLst>
              <a:ext uri="{FF2B5EF4-FFF2-40B4-BE49-F238E27FC236}">
                <a16:creationId xmlns:a16="http://schemas.microsoft.com/office/drawing/2014/main" id="{75C1D7C7-D21B-1147-A343-6F5BF34BE95A}"/>
              </a:ext>
            </a:extLst>
          </p:cNvPr>
          <p:cNvCxnSpPr>
            <a:cxnSpLocks/>
            <a:stCxn id="99" idx="3"/>
            <a:endCxn id="68" idx="1"/>
          </p:cNvCxnSpPr>
          <p:nvPr/>
        </p:nvCxnSpPr>
        <p:spPr>
          <a:xfrm flipV="1">
            <a:off x="1802158" y="7132254"/>
            <a:ext cx="462868" cy="479285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Rectangle: Rounded Corners 171">
            <a:extLst>
              <a:ext uri="{FF2B5EF4-FFF2-40B4-BE49-F238E27FC236}">
                <a16:creationId xmlns:a16="http://schemas.microsoft.com/office/drawing/2014/main" id="{2A27E45A-7A34-044E-8170-FF964DB62F9B}"/>
              </a:ext>
            </a:extLst>
          </p:cNvPr>
          <p:cNvSpPr/>
          <p:nvPr/>
        </p:nvSpPr>
        <p:spPr>
          <a:xfrm>
            <a:off x="5162460" y="4925166"/>
            <a:ext cx="922199" cy="346928"/>
          </a:xfrm>
          <a:prstGeom prst="round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Step</a:t>
            </a:r>
          </a:p>
        </p:txBody>
      </p:sp>
      <p:sp>
        <p:nvSpPr>
          <p:cNvPr id="77" name="Rectangle: Rounded Corners 171">
            <a:extLst>
              <a:ext uri="{FF2B5EF4-FFF2-40B4-BE49-F238E27FC236}">
                <a16:creationId xmlns:a16="http://schemas.microsoft.com/office/drawing/2014/main" id="{EA45F6A5-B1AD-2D48-A924-DAD9C4FF5C5A}"/>
              </a:ext>
            </a:extLst>
          </p:cNvPr>
          <p:cNvSpPr/>
          <p:nvPr/>
        </p:nvSpPr>
        <p:spPr>
          <a:xfrm>
            <a:off x="7049846" y="3795470"/>
            <a:ext cx="922199" cy="346928"/>
          </a:xfrm>
          <a:prstGeom prst="round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Continue</a:t>
            </a:r>
          </a:p>
        </p:txBody>
      </p:sp>
      <p:sp>
        <p:nvSpPr>
          <p:cNvPr id="81" name="Rectangle: Rounded Corners 133">
            <a:extLst>
              <a:ext uri="{FF2B5EF4-FFF2-40B4-BE49-F238E27FC236}">
                <a16:creationId xmlns:a16="http://schemas.microsoft.com/office/drawing/2014/main" id="{D4F61D10-B6EC-A549-86D0-70774CA51269}"/>
              </a:ext>
            </a:extLst>
          </p:cNvPr>
          <p:cNvSpPr/>
          <p:nvPr/>
        </p:nvSpPr>
        <p:spPr>
          <a:xfrm>
            <a:off x="7121187" y="2822177"/>
            <a:ext cx="779515" cy="295050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wall time</a:t>
            </a:r>
          </a:p>
        </p:txBody>
      </p:sp>
      <p:sp>
        <p:nvSpPr>
          <p:cNvPr id="82" name="Rectangle: Rounded Corners 133">
            <a:extLst>
              <a:ext uri="{FF2B5EF4-FFF2-40B4-BE49-F238E27FC236}">
                <a16:creationId xmlns:a16="http://schemas.microsoft.com/office/drawing/2014/main" id="{98EC10E1-E83F-2E47-883B-1ECCC65B7ABA}"/>
              </a:ext>
            </a:extLst>
          </p:cNvPr>
          <p:cNvSpPr/>
          <p:nvPr/>
        </p:nvSpPr>
        <p:spPr>
          <a:xfrm>
            <a:off x="5927868" y="3152625"/>
            <a:ext cx="779515" cy="295050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restart file</a:t>
            </a:r>
          </a:p>
        </p:txBody>
      </p:sp>
      <p:sp>
        <p:nvSpPr>
          <p:cNvPr id="83" name="Rectangle: Rounded Corners 133">
            <a:extLst>
              <a:ext uri="{FF2B5EF4-FFF2-40B4-BE49-F238E27FC236}">
                <a16:creationId xmlns:a16="http://schemas.microsoft.com/office/drawing/2014/main" id="{A89B5393-65DC-9445-8E76-3C34362FE619}"/>
              </a:ext>
            </a:extLst>
          </p:cNvPr>
          <p:cNvSpPr/>
          <p:nvPr/>
        </p:nvSpPr>
        <p:spPr>
          <a:xfrm>
            <a:off x="5736837" y="3844954"/>
            <a:ext cx="779515" cy="295050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append</a:t>
            </a:r>
          </a:p>
        </p:txBody>
      </p:sp>
      <p:sp>
        <p:nvSpPr>
          <p:cNvPr id="84" name="Rectangle: Rounded Corners 171">
            <a:extLst>
              <a:ext uri="{FF2B5EF4-FFF2-40B4-BE49-F238E27FC236}">
                <a16:creationId xmlns:a16="http://schemas.microsoft.com/office/drawing/2014/main" id="{21F98308-9B01-3142-8AA4-D90807702F68}"/>
              </a:ext>
            </a:extLst>
          </p:cNvPr>
          <p:cNvSpPr/>
          <p:nvPr/>
        </p:nvSpPr>
        <p:spPr>
          <a:xfrm>
            <a:off x="4332803" y="3624289"/>
            <a:ext cx="922199" cy="346928"/>
          </a:xfrm>
          <a:prstGeom prst="round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Partition</a:t>
            </a:r>
          </a:p>
        </p:txBody>
      </p:sp>
      <p:sp>
        <p:nvSpPr>
          <p:cNvPr id="85" name="Rectangle: Rounded Corners 133">
            <a:extLst>
              <a:ext uri="{FF2B5EF4-FFF2-40B4-BE49-F238E27FC236}">
                <a16:creationId xmlns:a16="http://schemas.microsoft.com/office/drawing/2014/main" id="{4A92E04E-717A-134D-8957-07DBF1F517F4}"/>
              </a:ext>
            </a:extLst>
          </p:cNvPr>
          <p:cNvSpPr/>
          <p:nvPr/>
        </p:nvSpPr>
        <p:spPr>
          <a:xfrm>
            <a:off x="4542420" y="1796901"/>
            <a:ext cx="922199" cy="416079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MPI partition tutorial</a:t>
            </a:r>
          </a:p>
        </p:txBody>
      </p:sp>
      <p:sp>
        <p:nvSpPr>
          <p:cNvPr id="86" name="Rectangle: Rounded Corners 182">
            <a:extLst>
              <a:ext uri="{FF2B5EF4-FFF2-40B4-BE49-F238E27FC236}">
                <a16:creationId xmlns:a16="http://schemas.microsoft.com/office/drawing/2014/main" id="{7AE81B85-CFB8-F74B-8A23-9DA539D7B9B6}"/>
              </a:ext>
            </a:extLst>
          </p:cNvPr>
          <p:cNvSpPr/>
          <p:nvPr/>
        </p:nvSpPr>
        <p:spPr>
          <a:xfrm>
            <a:off x="1955980" y="2606927"/>
            <a:ext cx="1242859" cy="423069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Communicator</a:t>
            </a:r>
          </a:p>
        </p:txBody>
      </p:sp>
      <p:cxnSp>
        <p:nvCxnSpPr>
          <p:cNvPr id="88" name="Connector: Curved 145">
            <a:extLst>
              <a:ext uri="{FF2B5EF4-FFF2-40B4-BE49-F238E27FC236}">
                <a16:creationId xmlns:a16="http://schemas.microsoft.com/office/drawing/2014/main" id="{9D912D0A-45D4-6A46-9A19-9AB7B59E1194}"/>
              </a:ext>
            </a:extLst>
          </p:cNvPr>
          <p:cNvCxnSpPr>
            <a:cxnSpLocks/>
            <a:stCxn id="84" idx="1"/>
            <a:endCxn id="86" idx="2"/>
          </p:cNvCxnSpPr>
          <p:nvPr/>
        </p:nvCxnSpPr>
        <p:spPr>
          <a:xfrm rot="10800000">
            <a:off x="2577411" y="3029997"/>
            <a:ext cx="1755393" cy="767757"/>
          </a:xfrm>
          <a:prstGeom prst="curvedConnector2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Rectangle: Rounded Corners 182">
            <a:extLst>
              <a:ext uri="{FF2B5EF4-FFF2-40B4-BE49-F238E27FC236}">
                <a16:creationId xmlns:a16="http://schemas.microsoft.com/office/drawing/2014/main" id="{643439D2-1374-AF4C-A7EB-FFAA1B82E7B9}"/>
              </a:ext>
            </a:extLst>
          </p:cNvPr>
          <p:cNvSpPr/>
          <p:nvPr/>
        </p:nvSpPr>
        <p:spPr>
          <a:xfrm>
            <a:off x="9021287" y="3930653"/>
            <a:ext cx="1242859" cy="423069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GSD</a:t>
            </a:r>
          </a:p>
        </p:txBody>
      </p:sp>
      <p:cxnSp>
        <p:nvCxnSpPr>
          <p:cNvPr id="94" name="Connector: Curved 145">
            <a:extLst>
              <a:ext uri="{FF2B5EF4-FFF2-40B4-BE49-F238E27FC236}">
                <a16:creationId xmlns:a16="http://schemas.microsoft.com/office/drawing/2014/main" id="{85B947DF-6BE8-D848-963B-80E6FBF3D190}"/>
              </a:ext>
            </a:extLst>
          </p:cNvPr>
          <p:cNvCxnSpPr>
            <a:cxnSpLocks/>
            <a:stCxn id="77" idx="3"/>
            <a:endCxn id="92" idx="1"/>
          </p:cNvCxnSpPr>
          <p:nvPr/>
        </p:nvCxnSpPr>
        <p:spPr>
          <a:xfrm>
            <a:off x="7972045" y="3968934"/>
            <a:ext cx="1049242" cy="173254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Rectangle: Rounded Corners 133">
            <a:extLst>
              <a:ext uri="{FF2B5EF4-FFF2-40B4-BE49-F238E27FC236}">
                <a16:creationId xmlns:a16="http://schemas.microsoft.com/office/drawing/2014/main" id="{D34FB4B8-9633-7C45-A7A7-51725C06ACBB}"/>
              </a:ext>
            </a:extLst>
          </p:cNvPr>
          <p:cNvSpPr/>
          <p:nvPr/>
        </p:nvSpPr>
        <p:spPr>
          <a:xfrm>
            <a:off x="1022643" y="7464014"/>
            <a:ext cx="779515" cy="295050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signac</a:t>
            </a:r>
            <a:r>
              <a:rPr lang="en-US" sz="1000" dirty="0"/>
              <a:t> job</a:t>
            </a:r>
          </a:p>
        </p:txBody>
      </p:sp>
      <p:cxnSp>
        <p:nvCxnSpPr>
          <p:cNvPr id="100" name="Connector: Curved 145">
            <a:extLst>
              <a:ext uri="{FF2B5EF4-FFF2-40B4-BE49-F238E27FC236}">
                <a16:creationId xmlns:a16="http://schemas.microsoft.com/office/drawing/2014/main" id="{08E0E1C5-51AF-8F4B-9DB5-E53695E47A43}"/>
              </a:ext>
            </a:extLst>
          </p:cNvPr>
          <p:cNvCxnSpPr>
            <a:cxnSpLocks/>
            <a:stCxn id="150" idx="1"/>
            <a:endCxn id="68" idx="3"/>
          </p:cNvCxnSpPr>
          <p:nvPr/>
        </p:nvCxnSpPr>
        <p:spPr>
          <a:xfrm rot="10800000">
            <a:off x="3044542" y="7132254"/>
            <a:ext cx="626537" cy="7902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Connector: Curved 145">
            <a:extLst>
              <a:ext uri="{FF2B5EF4-FFF2-40B4-BE49-F238E27FC236}">
                <a16:creationId xmlns:a16="http://schemas.microsoft.com/office/drawing/2014/main" id="{5C9548F5-BEC1-A44C-A378-29CB098D9F03}"/>
              </a:ext>
            </a:extLst>
          </p:cNvPr>
          <p:cNvCxnSpPr>
            <a:cxnSpLocks/>
            <a:stCxn id="99" idx="2"/>
            <a:endCxn id="97" idx="1"/>
          </p:cNvCxnSpPr>
          <p:nvPr/>
        </p:nvCxnSpPr>
        <p:spPr>
          <a:xfrm rot="16200000" flipH="1">
            <a:off x="2503648" y="6667817"/>
            <a:ext cx="147525" cy="2330018"/>
          </a:xfrm>
          <a:prstGeom prst="curvedConnector2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Rectangle: Rounded Corners 133">
            <a:extLst>
              <a:ext uri="{FF2B5EF4-FFF2-40B4-BE49-F238E27FC236}">
                <a16:creationId xmlns:a16="http://schemas.microsoft.com/office/drawing/2014/main" id="{53F23655-C335-794E-9575-A29CF46ECF04}"/>
              </a:ext>
            </a:extLst>
          </p:cNvPr>
          <p:cNvSpPr/>
          <p:nvPr/>
        </p:nvSpPr>
        <p:spPr>
          <a:xfrm>
            <a:off x="951300" y="6743527"/>
            <a:ext cx="922199" cy="411034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statepoint</a:t>
            </a:r>
            <a:r>
              <a:rPr lang="en-US" sz="1000" dirty="0"/>
              <a:t> parameters</a:t>
            </a:r>
          </a:p>
        </p:txBody>
      </p:sp>
      <p:cxnSp>
        <p:nvCxnSpPr>
          <p:cNvPr id="113" name="Connector: Curved 145">
            <a:extLst>
              <a:ext uri="{FF2B5EF4-FFF2-40B4-BE49-F238E27FC236}">
                <a16:creationId xmlns:a16="http://schemas.microsoft.com/office/drawing/2014/main" id="{4084F548-02FF-6446-B5C1-0322AEE9D277}"/>
              </a:ext>
            </a:extLst>
          </p:cNvPr>
          <p:cNvCxnSpPr>
            <a:cxnSpLocks/>
            <a:stCxn id="99" idx="0"/>
            <a:endCxn id="111" idx="2"/>
          </p:cNvCxnSpPr>
          <p:nvPr/>
        </p:nvCxnSpPr>
        <p:spPr>
          <a:xfrm rot="16200000" flipV="1">
            <a:off x="1257675" y="7309287"/>
            <a:ext cx="309453" cy="1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Rectangle: Rounded Corners 133">
            <a:extLst>
              <a:ext uri="{FF2B5EF4-FFF2-40B4-BE49-F238E27FC236}">
                <a16:creationId xmlns:a16="http://schemas.microsoft.com/office/drawing/2014/main" id="{977918EE-52ED-6247-9633-DDB2EECD0F37}"/>
              </a:ext>
            </a:extLst>
          </p:cNvPr>
          <p:cNvSpPr/>
          <p:nvPr/>
        </p:nvSpPr>
        <p:spPr>
          <a:xfrm>
            <a:off x="714297" y="8209233"/>
            <a:ext cx="779515" cy="411033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job document</a:t>
            </a:r>
          </a:p>
        </p:txBody>
      </p:sp>
      <p:cxnSp>
        <p:nvCxnSpPr>
          <p:cNvPr id="122" name="Connector: Curved 145">
            <a:extLst>
              <a:ext uri="{FF2B5EF4-FFF2-40B4-BE49-F238E27FC236}">
                <a16:creationId xmlns:a16="http://schemas.microsoft.com/office/drawing/2014/main" id="{3353929B-3C3F-6545-95BE-9362CB3C0E10}"/>
              </a:ext>
            </a:extLst>
          </p:cNvPr>
          <p:cNvCxnSpPr>
            <a:cxnSpLocks/>
            <a:stCxn id="99" idx="1"/>
            <a:endCxn id="120" idx="0"/>
          </p:cNvCxnSpPr>
          <p:nvPr/>
        </p:nvCxnSpPr>
        <p:spPr>
          <a:xfrm rot="10800000" flipH="1" flipV="1">
            <a:off x="1022643" y="7611539"/>
            <a:ext cx="81412" cy="597694"/>
          </a:xfrm>
          <a:prstGeom prst="curvedConnector4">
            <a:avLst>
              <a:gd name="adj1" fmla="val -280794"/>
              <a:gd name="adj2" fmla="val 62341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Rectangle: Rounded Corners 133">
            <a:extLst>
              <a:ext uri="{FF2B5EF4-FFF2-40B4-BE49-F238E27FC236}">
                <a16:creationId xmlns:a16="http://schemas.microsoft.com/office/drawing/2014/main" id="{24A8FCBB-BB3A-E842-9454-31ACCA975484}"/>
              </a:ext>
            </a:extLst>
          </p:cNvPr>
          <p:cNvSpPr/>
          <p:nvPr/>
        </p:nvSpPr>
        <p:spPr>
          <a:xfrm>
            <a:off x="2569265" y="4864495"/>
            <a:ext cx="674826" cy="264299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submit</a:t>
            </a:r>
          </a:p>
        </p:txBody>
      </p:sp>
      <p:cxnSp>
        <p:nvCxnSpPr>
          <p:cNvPr id="130" name="Connector: Curved 145">
            <a:extLst>
              <a:ext uri="{FF2B5EF4-FFF2-40B4-BE49-F238E27FC236}">
                <a16:creationId xmlns:a16="http://schemas.microsoft.com/office/drawing/2014/main" id="{7B742176-476C-B346-B466-8BF9B9E4B3A1}"/>
              </a:ext>
            </a:extLst>
          </p:cNvPr>
          <p:cNvCxnSpPr>
            <a:cxnSpLocks/>
            <a:stCxn id="76" idx="3"/>
            <a:endCxn id="92" idx="1"/>
          </p:cNvCxnSpPr>
          <p:nvPr/>
        </p:nvCxnSpPr>
        <p:spPr>
          <a:xfrm flipV="1">
            <a:off x="6084659" y="4142188"/>
            <a:ext cx="2936628" cy="956442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Rectangle: Rounded Corners 133">
            <a:extLst>
              <a:ext uri="{FF2B5EF4-FFF2-40B4-BE49-F238E27FC236}">
                <a16:creationId xmlns:a16="http://schemas.microsoft.com/office/drawing/2014/main" id="{4461E2F2-3EF6-E943-B5DC-6CE032DDD79B}"/>
              </a:ext>
            </a:extLst>
          </p:cNvPr>
          <p:cNvSpPr/>
          <p:nvPr/>
        </p:nvSpPr>
        <p:spPr>
          <a:xfrm>
            <a:off x="571613" y="5590234"/>
            <a:ext cx="922199" cy="411034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row action</a:t>
            </a:r>
          </a:p>
        </p:txBody>
      </p:sp>
      <p:cxnSp>
        <p:nvCxnSpPr>
          <p:cNvPr id="141" name="Connector: Curved 141">
            <a:extLst>
              <a:ext uri="{FF2B5EF4-FFF2-40B4-BE49-F238E27FC236}">
                <a16:creationId xmlns:a16="http://schemas.microsoft.com/office/drawing/2014/main" id="{E52D4F4A-DECC-9B49-B45E-953CC420BD03}"/>
              </a:ext>
            </a:extLst>
          </p:cNvPr>
          <p:cNvCxnSpPr>
            <a:cxnSpLocks/>
            <a:stCxn id="69" idx="1"/>
            <a:endCxn id="138" idx="3"/>
          </p:cNvCxnSpPr>
          <p:nvPr/>
        </p:nvCxnSpPr>
        <p:spPr>
          <a:xfrm rot="10800000">
            <a:off x="1493813" y="5795751"/>
            <a:ext cx="587713" cy="12700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Connector: Curved 141">
            <a:extLst>
              <a:ext uri="{FF2B5EF4-FFF2-40B4-BE49-F238E27FC236}">
                <a16:creationId xmlns:a16="http://schemas.microsoft.com/office/drawing/2014/main" id="{ED4855BF-08A3-3F4C-AD7C-245FBDA69A30}"/>
              </a:ext>
            </a:extLst>
          </p:cNvPr>
          <p:cNvCxnSpPr>
            <a:cxnSpLocks/>
            <a:stCxn id="69" idx="0"/>
            <a:endCxn id="128" idx="2"/>
          </p:cNvCxnSpPr>
          <p:nvPr/>
        </p:nvCxnSpPr>
        <p:spPr>
          <a:xfrm rot="5400000" flipH="1" flipV="1">
            <a:off x="2479492" y="5191926"/>
            <a:ext cx="490318" cy="364054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Connector: Curved 145">
            <a:extLst>
              <a:ext uri="{FF2B5EF4-FFF2-40B4-BE49-F238E27FC236}">
                <a16:creationId xmlns:a16="http://schemas.microsoft.com/office/drawing/2014/main" id="{52A60647-7EFC-DA48-9680-8B33B18109E5}"/>
              </a:ext>
            </a:extLst>
          </p:cNvPr>
          <p:cNvCxnSpPr>
            <a:cxnSpLocks/>
            <a:stCxn id="76" idx="3"/>
            <a:endCxn id="77" idx="2"/>
          </p:cNvCxnSpPr>
          <p:nvPr/>
        </p:nvCxnSpPr>
        <p:spPr>
          <a:xfrm flipV="1">
            <a:off x="6084659" y="4142398"/>
            <a:ext cx="1426287" cy="956232"/>
          </a:xfrm>
          <a:prstGeom prst="curvedConnector2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Connector: Curved 141">
            <a:extLst>
              <a:ext uri="{FF2B5EF4-FFF2-40B4-BE49-F238E27FC236}">
                <a16:creationId xmlns:a16="http://schemas.microsoft.com/office/drawing/2014/main" id="{3FBCB7CC-FB57-9741-AB8A-09DA73EF4BC9}"/>
              </a:ext>
            </a:extLst>
          </p:cNvPr>
          <p:cNvCxnSpPr>
            <a:cxnSpLocks/>
            <a:stCxn id="84" idx="0"/>
            <a:endCxn id="85" idx="2"/>
          </p:cNvCxnSpPr>
          <p:nvPr/>
        </p:nvCxnSpPr>
        <p:spPr>
          <a:xfrm rot="5400000" flipH="1" flipV="1">
            <a:off x="4193057" y="2813827"/>
            <a:ext cx="1411309" cy="209617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Connector: Curved 141">
            <a:extLst>
              <a:ext uri="{FF2B5EF4-FFF2-40B4-BE49-F238E27FC236}">
                <a16:creationId xmlns:a16="http://schemas.microsoft.com/office/drawing/2014/main" id="{02D3A767-540D-AF4D-A6AE-367639E07F09}"/>
              </a:ext>
            </a:extLst>
          </p:cNvPr>
          <p:cNvCxnSpPr>
            <a:cxnSpLocks/>
            <a:stCxn id="77" idx="0"/>
            <a:endCxn id="81" idx="2"/>
          </p:cNvCxnSpPr>
          <p:nvPr/>
        </p:nvCxnSpPr>
        <p:spPr>
          <a:xfrm rot="16200000" flipV="1">
            <a:off x="7171825" y="3456348"/>
            <a:ext cx="678243" cy="1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Connector: Curved 141">
            <a:extLst>
              <a:ext uri="{FF2B5EF4-FFF2-40B4-BE49-F238E27FC236}">
                <a16:creationId xmlns:a16="http://schemas.microsoft.com/office/drawing/2014/main" id="{F3A873D7-668A-DE40-BE47-B153C28C89C6}"/>
              </a:ext>
            </a:extLst>
          </p:cNvPr>
          <p:cNvCxnSpPr>
            <a:cxnSpLocks/>
            <a:stCxn id="77" idx="1"/>
            <a:endCxn id="82" idx="3"/>
          </p:cNvCxnSpPr>
          <p:nvPr/>
        </p:nvCxnSpPr>
        <p:spPr>
          <a:xfrm rot="10800000">
            <a:off x="6707384" y="3300150"/>
            <a:ext cx="342463" cy="668784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" name="Connector: Curved 141">
            <a:extLst>
              <a:ext uri="{FF2B5EF4-FFF2-40B4-BE49-F238E27FC236}">
                <a16:creationId xmlns:a16="http://schemas.microsoft.com/office/drawing/2014/main" id="{1D076EB1-87DE-0D42-BBFE-BF75E3F5D8A0}"/>
              </a:ext>
            </a:extLst>
          </p:cNvPr>
          <p:cNvCxnSpPr>
            <a:cxnSpLocks/>
            <a:stCxn id="77" idx="1"/>
            <a:endCxn id="83" idx="3"/>
          </p:cNvCxnSpPr>
          <p:nvPr/>
        </p:nvCxnSpPr>
        <p:spPr>
          <a:xfrm rot="10800000" flipV="1">
            <a:off x="6516352" y="3968933"/>
            <a:ext cx="533494" cy="23545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" name="Connector: Curved 145">
            <a:extLst>
              <a:ext uri="{FF2B5EF4-FFF2-40B4-BE49-F238E27FC236}">
                <a16:creationId xmlns:a16="http://schemas.microsoft.com/office/drawing/2014/main" id="{5FDDF4F5-EEBB-3040-806B-F585C33CC6A0}"/>
              </a:ext>
            </a:extLst>
          </p:cNvPr>
          <p:cNvCxnSpPr>
            <a:cxnSpLocks/>
            <a:stCxn id="76" idx="1"/>
            <a:endCxn id="84" idx="2"/>
          </p:cNvCxnSpPr>
          <p:nvPr/>
        </p:nvCxnSpPr>
        <p:spPr>
          <a:xfrm rot="10800000">
            <a:off x="4793904" y="3971218"/>
            <a:ext cx="368557" cy="1127413"/>
          </a:xfrm>
          <a:prstGeom prst="curvedConnector2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Connector: Curved 145">
            <a:extLst>
              <a:ext uri="{FF2B5EF4-FFF2-40B4-BE49-F238E27FC236}">
                <a16:creationId xmlns:a16="http://schemas.microsoft.com/office/drawing/2014/main" id="{025B984A-2D33-7C47-AEA6-2E6EDF5F6FA0}"/>
              </a:ext>
            </a:extLst>
          </p:cNvPr>
          <p:cNvCxnSpPr>
            <a:cxnSpLocks/>
            <a:stCxn id="172" idx="0"/>
            <a:endCxn id="76" idx="2"/>
          </p:cNvCxnSpPr>
          <p:nvPr/>
        </p:nvCxnSpPr>
        <p:spPr>
          <a:xfrm rot="5400000" flipH="1" flipV="1">
            <a:off x="4535386" y="4868886"/>
            <a:ext cx="684966" cy="1491382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" name="Connector: Curved 145">
            <a:extLst>
              <a:ext uri="{FF2B5EF4-FFF2-40B4-BE49-F238E27FC236}">
                <a16:creationId xmlns:a16="http://schemas.microsoft.com/office/drawing/2014/main" id="{900AE2C9-F3F4-3A45-9294-66D4827F1B53}"/>
              </a:ext>
            </a:extLst>
          </p:cNvPr>
          <p:cNvCxnSpPr>
            <a:cxnSpLocks/>
            <a:stCxn id="150" idx="0"/>
            <a:endCxn id="172" idx="2"/>
          </p:cNvCxnSpPr>
          <p:nvPr/>
        </p:nvCxnSpPr>
        <p:spPr>
          <a:xfrm rot="5400000" flipH="1" flipV="1">
            <a:off x="3816853" y="6619313"/>
            <a:ext cx="630650" cy="12700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Connector: Curved 145">
            <a:extLst>
              <a:ext uri="{FF2B5EF4-FFF2-40B4-BE49-F238E27FC236}">
                <a16:creationId xmlns:a16="http://schemas.microsoft.com/office/drawing/2014/main" id="{9F457CCE-91D3-A248-988C-7AB023B6C209}"/>
              </a:ext>
            </a:extLst>
          </p:cNvPr>
          <p:cNvCxnSpPr>
            <a:cxnSpLocks/>
            <a:stCxn id="172" idx="1"/>
            <a:endCxn id="69" idx="3"/>
          </p:cNvCxnSpPr>
          <p:nvPr/>
        </p:nvCxnSpPr>
        <p:spPr>
          <a:xfrm rot="10800000">
            <a:off x="3003724" y="5795752"/>
            <a:ext cx="667355" cy="334773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9" name="Rectangle: Rounded Corners 133">
            <a:extLst>
              <a:ext uri="{FF2B5EF4-FFF2-40B4-BE49-F238E27FC236}">
                <a16:creationId xmlns:a16="http://schemas.microsoft.com/office/drawing/2014/main" id="{111C5978-C658-184C-8F1F-ABC2B3AC0E61}"/>
              </a:ext>
            </a:extLst>
          </p:cNvPr>
          <p:cNvSpPr/>
          <p:nvPr/>
        </p:nvSpPr>
        <p:spPr>
          <a:xfrm>
            <a:off x="6018287" y="6537389"/>
            <a:ext cx="779515" cy="521257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Hard particle simulation</a:t>
            </a:r>
          </a:p>
        </p:txBody>
      </p:sp>
      <p:cxnSp>
        <p:nvCxnSpPr>
          <p:cNvPr id="190" name="Connector: Curved 141">
            <a:extLst>
              <a:ext uri="{FF2B5EF4-FFF2-40B4-BE49-F238E27FC236}">
                <a16:creationId xmlns:a16="http://schemas.microsoft.com/office/drawing/2014/main" id="{C2E6352E-A68D-6045-9BDF-0D9EBE55F9E9}"/>
              </a:ext>
            </a:extLst>
          </p:cNvPr>
          <p:cNvCxnSpPr>
            <a:cxnSpLocks/>
            <a:stCxn id="150" idx="3"/>
            <a:endCxn id="189" idx="1"/>
          </p:cNvCxnSpPr>
          <p:nvPr/>
        </p:nvCxnSpPr>
        <p:spPr>
          <a:xfrm flipV="1">
            <a:off x="4593277" y="6798018"/>
            <a:ext cx="1425010" cy="342138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Connector: Curved 141">
            <a:extLst>
              <a:ext uri="{FF2B5EF4-FFF2-40B4-BE49-F238E27FC236}">
                <a16:creationId xmlns:a16="http://schemas.microsoft.com/office/drawing/2014/main" id="{CD6203B8-232C-F245-9916-D9C6B2C2F086}"/>
              </a:ext>
            </a:extLst>
          </p:cNvPr>
          <p:cNvCxnSpPr>
            <a:cxnSpLocks/>
            <a:stCxn id="172" idx="3"/>
            <a:endCxn id="189" idx="1"/>
          </p:cNvCxnSpPr>
          <p:nvPr/>
        </p:nvCxnSpPr>
        <p:spPr>
          <a:xfrm>
            <a:off x="4593277" y="6130524"/>
            <a:ext cx="1425010" cy="667494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Connector: Curved 141">
            <a:extLst>
              <a:ext uri="{FF2B5EF4-FFF2-40B4-BE49-F238E27FC236}">
                <a16:creationId xmlns:a16="http://schemas.microsoft.com/office/drawing/2014/main" id="{38458DF4-8D3C-AC4A-A561-257837764A9A}"/>
              </a:ext>
            </a:extLst>
          </p:cNvPr>
          <p:cNvCxnSpPr>
            <a:cxnSpLocks/>
            <a:stCxn id="183" idx="2"/>
            <a:endCxn id="189" idx="3"/>
          </p:cNvCxnSpPr>
          <p:nvPr/>
        </p:nvCxnSpPr>
        <p:spPr>
          <a:xfrm rot="5400000">
            <a:off x="6729747" y="5899477"/>
            <a:ext cx="966596" cy="830486"/>
          </a:xfrm>
          <a:prstGeom prst="curvedConnector2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Connector: Curved 141">
            <a:extLst>
              <a:ext uri="{FF2B5EF4-FFF2-40B4-BE49-F238E27FC236}">
                <a16:creationId xmlns:a16="http://schemas.microsoft.com/office/drawing/2014/main" id="{C661F3E9-7883-A244-B943-E42DE2BCA56B}"/>
              </a:ext>
            </a:extLst>
          </p:cNvPr>
          <p:cNvCxnSpPr>
            <a:cxnSpLocks/>
            <a:stCxn id="76" idx="2"/>
            <a:endCxn id="189" idx="0"/>
          </p:cNvCxnSpPr>
          <p:nvPr/>
        </p:nvCxnSpPr>
        <p:spPr>
          <a:xfrm rot="16200000" flipH="1">
            <a:off x="5383155" y="5512498"/>
            <a:ext cx="1265295" cy="784485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1" name="Rectangle: Rounded Corners 133">
            <a:extLst>
              <a:ext uri="{FF2B5EF4-FFF2-40B4-BE49-F238E27FC236}">
                <a16:creationId xmlns:a16="http://schemas.microsoft.com/office/drawing/2014/main" id="{AFF094E2-FF45-B242-86AA-5DB6316A4FA7}"/>
              </a:ext>
            </a:extLst>
          </p:cNvPr>
          <p:cNvSpPr/>
          <p:nvPr/>
        </p:nvSpPr>
        <p:spPr>
          <a:xfrm>
            <a:off x="5326704" y="7669805"/>
            <a:ext cx="779515" cy="295050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initialize</a:t>
            </a:r>
          </a:p>
        </p:txBody>
      </p:sp>
      <p:cxnSp>
        <p:nvCxnSpPr>
          <p:cNvPr id="202" name="Connector: Curved 141">
            <a:extLst>
              <a:ext uri="{FF2B5EF4-FFF2-40B4-BE49-F238E27FC236}">
                <a16:creationId xmlns:a16="http://schemas.microsoft.com/office/drawing/2014/main" id="{6629AB91-FDD8-F541-99AC-4B198C56CAAB}"/>
              </a:ext>
            </a:extLst>
          </p:cNvPr>
          <p:cNvCxnSpPr>
            <a:cxnSpLocks/>
            <a:stCxn id="150" idx="3"/>
            <a:endCxn id="201" idx="1"/>
          </p:cNvCxnSpPr>
          <p:nvPr/>
        </p:nvCxnSpPr>
        <p:spPr>
          <a:xfrm>
            <a:off x="4593277" y="7140156"/>
            <a:ext cx="733427" cy="677174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5" name="Rectangle: Rounded Corners 133">
            <a:extLst>
              <a:ext uri="{FF2B5EF4-FFF2-40B4-BE49-F238E27FC236}">
                <a16:creationId xmlns:a16="http://schemas.microsoft.com/office/drawing/2014/main" id="{2C819DC2-3BA1-E34D-8A7B-2C0D556F4DB9}"/>
              </a:ext>
            </a:extLst>
          </p:cNvPr>
          <p:cNvSpPr/>
          <p:nvPr/>
        </p:nvSpPr>
        <p:spPr>
          <a:xfrm>
            <a:off x="3793827" y="4643864"/>
            <a:ext cx="779515" cy="295050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randomize</a:t>
            </a:r>
          </a:p>
        </p:txBody>
      </p:sp>
      <p:sp>
        <p:nvSpPr>
          <p:cNvPr id="206" name="Rectangle: Rounded Corners 133">
            <a:extLst>
              <a:ext uri="{FF2B5EF4-FFF2-40B4-BE49-F238E27FC236}">
                <a16:creationId xmlns:a16="http://schemas.microsoft.com/office/drawing/2014/main" id="{42AE88F7-1DE3-3F47-B915-5B73B1F94BB4}"/>
              </a:ext>
            </a:extLst>
          </p:cNvPr>
          <p:cNvSpPr/>
          <p:nvPr/>
        </p:nvSpPr>
        <p:spPr>
          <a:xfrm>
            <a:off x="3793826" y="4996644"/>
            <a:ext cx="779515" cy="295050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compress</a:t>
            </a:r>
          </a:p>
        </p:txBody>
      </p:sp>
      <p:cxnSp>
        <p:nvCxnSpPr>
          <p:cNvPr id="211" name="Connector: Curved 141">
            <a:extLst>
              <a:ext uri="{FF2B5EF4-FFF2-40B4-BE49-F238E27FC236}">
                <a16:creationId xmlns:a16="http://schemas.microsoft.com/office/drawing/2014/main" id="{C994EC10-E941-1F49-B8B9-4EBD5F7121B5}"/>
              </a:ext>
            </a:extLst>
          </p:cNvPr>
          <p:cNvCxnSpPr>
            <a:cxnSpLocks/>
            <a:stCxn id="76" idx="1"/>
            <a:endCxn id="205" idx="3"/>
          </p:cNvCxnSpPr>
          <p:nvPr/>
        </p:nvCxnSpPr>
        <p:spPr>
          <a:xfrm rot="10800000">
            <a:off x="4573342" y="4791390"/>
            <a:ext cx="589118" cy="307241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4" name="Connector: Curved 141">
            <a:extLst>
              <a:ext uri="{FF2B5EF4-FFF2-40B4-BE49-F238E27FC236}">
                <a16:creationId xmlns:a16="http://schemas.microsoft.com/office/drawing/2014/main" id="{EF8FA7FA-A971-B34D-A743-B6CE877AC7F4}"/>
              </a:ext>
            </a:extLst>
          </p:cNvPr>
          <p:cNvCxnSpPr>
            <a:cxnSpLocks/>
            <a:stCxn id="76" idx="1"/>
            <a:endCxn id="206" idx="3"/>
          </p:cNvCxnSpPr>
          <p:nvPr/>
        </p:nvCxnSpPr>
        <p:spPr>
          <a:xfrm rot="10800000" flipV="1">
            <a:off x="4573342" y="5098629"/>
            <a:ext cx="589119" cy="45539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7" name="Rectangle: Rounded Corners 133">
            <a:extLst>
              <a:ext uri="{FF2B5EF4-FFF2-40B4-BE49-F238E27FC236}">
                <a16:creationId xmlns:a16="http://schemas.microsoft.com/office/drawing/2014/main" id="{D22CA959-9593-3246-A344-238D1A87EDB2}"/>
              </a:ext>
            </a:extLst>
          </p:cNvPr>
          <p:cNvSpPr/>
          <p:nvPr/>
        </p:nvSpPr>
        <p:spPr>
          <a:xfrm>
            <a:off x="5506647" y="4426519"/>
            <a:ext cx="779515" cy="295050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equilibrate</a:t>
            </a:r>
          </a:p>
        </p:txBody>
      </p:sp>
      <p:cxnSp>
        <p:nvCxnSpPr>
          <p:cNvPr id="219" name="Connector: Curved 141">
            <a:extLst>
              <a:ext uri="{FF2B5EF4-FFF2-40B4-BE49-F238E27FC236}">
                <a16:creationId xmlns:a16="http://schemas.microsoft.com/office/drawing/2014/main" id="{BDB4C577-F511-6341-BF1B-013AB2328896}"/>
              </a:ext>
            </a:extLst>
          </p:cNvPr>
          <p:cNvCxnSpPr>
            <a:cxnSpLocks/>
            <a:stCxn id="76" idx="0"/>
            <a:endCxn id="217" idx="2"/>
          </p:cNvCxnSpPr>
          <p:nvPr/>
        </p:nvCxnSpPr>
        <p:spPr>
          <a:xfrm rot="5400000" flipH="1" flipV="1">
            <a:off x="5658184" y="4686946"/>
            <a:ext cx="203597" cy="272845"/>
          </a:xfrm>
          <a:prstGeom prst="curvedConnector3">
            <a:avLst>
              <a:gd name="adj1" fmla="val 50000"/>
            </a:avLst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Connector: Curved 141">
            <a:extLst>
              <a:ext uri="{FF2B5EF4-FFF2-40B4-BE49-F238E27FC236}">
                <a16:creationId xmlns:a16="http://schemas.microsoft.com/office/drawing/2014/main" id="{9D48A72E-48C1-754C-9531-BE61341659B2}"/>
              </a:ext>
            </a:extLst>
          </p:cNvPr>
          <p:cNvCxnSpPr>
            <a:cxnSpLocks/>
            <a:stCxn id="217" idx="1"/>
            <a:endCxn id="84" idx="2"/>
          </p:cNvCxnSpPr>
          <p:nvPr/>
        </p:nvCxnSpPr>
        <p:spPr>
          <a:xfrm rot="10800000">
            <a:off x="4793903" y="3971218"/>
            <a:ext cx="712744" cy="602827"/>
          </a:xfrm>
          <a:prstGeom prst="curvedConnector2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Connector: Curved 141">
            <a:extLst>
              <a:ext uri="{FF2B5EF4-FFF2-40B4-BE49-F238E27FC236}">
                <a16:creationId xmlns:a16="http://schemas.microsoft.com/office/drawing/2014/main" id="{F290C21B-35FF-8240-967D-7FF7DC70B83A}"/>
              </a:ext>
            </a:extLst>
          </p:cNvPr>
          <p:cNvCxnSpPr>
            <a:cxnSpLocks/>
            <a:stCxn id="217" idx="3"/>
            <a:endCxn id="77" idx="2"/>
          </p:cNvCxnSpPr>
          <p:nvPr/>
        </p:nvCxnSpPr>
        <p:spPr>
          <a:xfrm flipV="1">
            <a:off x="6286162" y="4142398"/>
            <a:ext cx="1224784" cy="431646"/>
          </a:xfrm>
          <a:prstGeom prst="curvedConnector2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Connector: Curved 141">
            <a:extLst>
              <a:ext uri="{FF2B5EF4-FFF2-40B4-BE49-F238E27FC236}">
                <a16:creationId xmlns:a16="http://schemas.microsoft.com/office/drawing/2014/main" id="{12AC1617-C0BD-6C4C-BEC1-40AD7B03CAC5}"/>
              </a:ext>
            </a:extLst>
          </p:cNvPr>
          <p:cNvCxnSpPr>
            <a:cxnSpLocks/>
            <a:stCxn id="84" idx="1"/>
            <a:endCxn id="128" idx="0"/>
          </p:cNvCxnSpPr>
          <p:nvPr/>
        </p:nvCxnSpPr>
        <p:spPr>
          <a:xfrm rot="10800000" flipV="1">
            <a:off x="2906679" y="3797753"/>
            <a:ext cx="1426125" cy="1066742"/>
          </a:xfrm>
          <a:prstGeom prst="curvedConnector2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Rectangle: Rounded Corners 133">
            <a:extLst>
              <a:ext uri="{FF2B5EF4-FFF2-40B4-BE49-F238E27FC236}">
                <a16:creationId xmlns:a16="http://schemas.microsoft.com/office/drawing/2014/main" id="{C8C832F1-004A-724B-B956-EAB63073D734}"/>
              </a:ext>
            </a:extLst>
          </p:cNvPr>
          <p:cNvSpPr/>
          <p:nvPr/>
        </p:nvSpPr>
        <p:spPr>
          <a:xfrm>
            <a:off x="511288" y="4760001"/>
            <a:ext cx="1064585" cy="370019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previous actions</a:t>
            </a:r>
          </a:p>
        </p:txBody>
      </p:sp>
      <p:cxnSp>
        <p:nvCxnSpPr>
          <p:cNvPr id="72" name="Connector: Curved 145">
            <a:extLst>
              <a:ext uri="{FF2B5EF4-FFF2-40B4-BE49-F238E27FC236}">
                <a16:creationId xmlns:a16="http://schemas.microsoft.com/office/drawing/2014/main" id="{10F44297-674A-8C42-AC89-D14BA1881FA2}"/>
              </a:ext>
            </a:extLst>
          </p:cNvPr>
          <p:cNvCxnSpPr>
            <a:cxnSpLocks/>
            <a:stCxn id="138" idx="0"/>
            <a:endCxn id="70" idx="2"/>
          </p:cNvCxnSpPr>
          <p:nvPr/>
        </p:nvCxnSpPr>
        <p:spPr>
          <a:xfrm rot="5400000" flipH="1" flipV="1">
            <a:off x="808040" y="5354693"/>
            <a:ext cx="460214" cy="10868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820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tx2"/>
          </a:solidFill>
        </a:ln>
      </a:spPr>
      <a:bodyPr rtlCol="0" anchor="ctr"/>
      <a:lstStyle>
        <a:defPPr algn="ctr">
          <a:defRPr sz="10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A1848E8465084FB4FBBC82B09FB4DD" ma:contentTypeVersion="7" ma:contentTypeDescription="Create a new document." ma:contentTypeScope="" ma:versionID="f677986054656c952b82a540c40206a5">
  <xsd:schema xmlns:xsd="http://www.w3.org/2001/XMLSchema" xmlns:xs="http://www.w3.org/2001/XMLSchema" xmlns:p="http://schemas.microsoft.com/office/2006/metadata/properties" xmlns:ns3="131fc26a-9507-40b5-b696-79d0ac22f77e" xmlns:ns4="a6cfb5f1-c595-45e2-8165-45a43efe8fd5" targetNamespace="http://schemas.microsoft.com/office/2006/metadata/properties" ma:root="true" ma:fieldsID="09a77841d18151e34c6d3f4beb1e2354" ns3:_="" ns4:_="">
    <xsd:import namespace="131fc26a-9507-40b5-b696-79d0ac22f77e"/>
    <xsd:import namespace="a6cfb5f1-c595-45e2-8165-45a43efe8fd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1fc26a-9507-40b5-b696-79d0ac22f7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cfb5f1-c595-45e2-8165-45a43efe8fd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8A064EC-A1CC-402C-A274-2BE11FBCE9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F57422-101B-4130-8681-8AD4C6318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1fc26a-9507-40b5-b696-79d0ac22f77e"/>
    <ds:schemaRef ds:uri="a6cfb5f1-c595-45e2-8165-45a43efe8f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2EEF4C2-B825-4C9B-A033-6E39257896B4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a6cfb5f1-c595-45e2-8165-45a43efe8fd5"/>
    <ds:schemaRef ds:uri="http://purl.org/dc/elements/1.1/"/>
    <ds:schemaRef ds:uri="http://schemas.microsoft.com/office/2006/metadata/properties"/>
    <ds:schemaRef ds:uri="http://schemas.microsoft.com/office/2006/documentManagement/types"/>
    <ds:schemaRef ds:uri="131fc26a-9507-40b5-b696-79d0ac22f77e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15854</TotalTime>
  <Words>110</Words>
  <Application>Microsoft Macintosh PowerPoint</Application>
  <PresentationFormat>Ledger Paper (11x17 in)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Anderson, Joshua</dc:creator>
  <cp:lastModifiedBy>Joshua Anderson</cp:lastModifiedBy>
  <cp:revision>107</cp:revision>
  <dcterms:created xsi:type="dcterms:W3CDTF">2020-03-27T17:05:57Z</dcterms:created>
  <dcterms:modified xsi:type="dcterms:W3CDTF">2025-05-02T14:42:10Z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0x0101007AA1848E8465084FB4FBBC82B09FB4DD</vt:lpwstr>
  </property>
</Properties>
</file>